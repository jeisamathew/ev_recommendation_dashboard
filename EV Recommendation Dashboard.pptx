
<file path=[Content_Types].xml><?xml version="1.0" encoding="utf-8"?>
<Types xmlns="http://schemas.openxmlformats.org/package/2006/content-types">
  <Default Extension="avif" ContentType="image/avi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3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BDF0"/>
    <a:srgbClr val="FA9CED"/>
    <a:srgbClr val="FF6699"/>
    <a:srgbClr val="FFCCFF"/>
    <a:srgbClr val="FFFFFF"/>
    <a:srgbClr val="FF0066"/>
    <a:srgbClr val="000066"/>
    <a:srgbClr val="99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ISA MATHEW" userId="05ebb031b9311ef8" providerId="LiveId" clId="{0B5BADA0-EADF-41A1-AAFD-3B897C5B0FA5}"/>
    <pc:docChg chg="undo redo custSel addSld delSld modSld modMainMaster">
      <pc:chgData name="JEISA MATHEW" userId="05ebb031b9311ef8" providerId="LiveId" clId="{0B5BADA0-EADF-41A1-AAFD-3B897C5B0FA5}" dt="2026-09-04T10:27:52.612" v="1924" actId="207"/>
      <pc:docMkLst>
        <pc:docMk/>
      </pc:docMkLst>
      <pc:sldChg chg="addSp delSp modSp mod modTransition setBg modAnim">
        <pc:chgData name="JEISA MATHEW" userId="05ebb031b9311ef8" providerId="LiveId" clId="{0B5BADA0-EADF-41A1-AAFD-3B897C5B0FA5}" dt="2026-09-04T10:25:44.222" v="1856" actId="207"/>
        <pc:sldMkLst>
          <pc:docMk/>
          <pc:sldMk cId="0" sldId="256"/>
        </pc:sldMkLst>
        <pc:spChg chg="add del mod">
          <ac:chgData name="JEISA MATHEW" userId="05ebb031b9311ef8" providerId="LiveId" clId="{0B5BADA0-EADF-41A1-AAFD-3B897C5B0FA5}" dt="2026-09-04T10:25:44.222" v="1856" actId="207"/>
          <ac:spMkLst>
            <pc:docMk/>
            <pc:sldMk cId="0" sldId="256"/>
            <ac:spMk id="7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56"/>
            <ac:picMk id="2" creationId="{6ADE8B8A-10D8-1444-EAD6-C84462BA7724}"/>
          </ac:picMkLst>
        </pc:picChg>
        <pc:picChg chg="add mod ord">
          <ac:chgData name="JEISA MATHEW" userId="05ebb031b9311ef8" providerId="LiveId" clId="{0B5BADA0-EADF-41A1-AAFD-3B897C5B0FA5}" dt="2026-09-04T10:25:38.673" v="1855" actId="14100"/>
          <ac:picMkLst>
            <pc:docMk/>
            <pc:sldMk cId="0" sldId="256"/>
            <ac:picMk id="12" creationId="{48B0BB61-F580-040D-FFE5-B044B824C7FD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6:40.675" v="1911" actId="207"/>
        <pc:sldMkLst>
          <pc:docMk/>
          <pc:sldMk cId="0" sldId="257"/>
        </pc:sldMkLst>
        <pc:spChg chg="add del mod">
          <ac:chgData name="JEISA MATHEW" userId="05ebb031b9311ef8" providerId="LiveId" clId="{0B5BADA0-EADF-41A1-AAFD-3B897C5B0FA5}" dt="2026-09-04T10:26:40.675" v="1911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9:58.720" v="1380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36:34.720" v="1426" actId="14100"/>
          <ac:spMkLst>
            <pc:docMk/>
            <pc:sldMk cId="0" sldId="257"/>
            <ac:spMk id="6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59:09.543" v="791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30:30.937" v="1389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02:33.395" v="106" actId="20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3:02.852" v="20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3:07.177" v="210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30:04.993" v="1381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02:33.395" v="106" actId="20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4:02.109" v="454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30:25.232" v="1388" actId="14100"/>
          <ac:spMkLst>
            <pc:docMk/>
            <pc:sldMk cId="0" sldId="257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05:17.460" v="123" actId="20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4:41.379" v="464" actId="14100"/>
          <ac:spMkLst>
            <pc:docMk/>
            <pc:sldMk cId="0" sldId="257"/>
            <ac:spMk id="2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5:56.783" v="543" actId="20577"/>
          <ac:spMkLst>
            <pc:docMk/>
            <pc:sldMk cId="0" sldId="257"/>
            <ac:spMk id="26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8-31T11:15:38.163" v="1152" actId="478"/>
          <ac:picMkLst>
            <pc:docMk/>
            <pc:sldMk cId="0" sldId="257"/>
            <ac:picMk id="3" creationId="{00000000-0000-0000-0000-000000000000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57"/>
            <ac:picMk id="4" creationId="{54F9921E-03C7-4DE2-03C5-B4B75FADFDE5}"/>
          </ac:picMkLst>
        </pc:picChg>
        <pc:picChg chg="add mod ord">
          <ac:chgData name="JEISA MATHEW" userId="05ebb031b9311ef8" providerId="LiveId" clId="{0B5BADA0-EADF-41A1-AAFD-3B897C5B0FA5}" dt="2026-09-04T10:24:40.480" v="1852" actId="14100"/>
          <ac:picMkLst>
            <pc:docMk/>
            <pc:sldMk cId="0" sldId="257"/>
            <ac:picMk id="32" creationId="{8D9B0E85-E98B-28D8-9B98-C35C9C5798C5}"/>
          </ac:picMkLst>
        </pc:picChg>
        <pc:picChg chg="add mod ord">
          <ac:chgData name="JEISA MATHEW" userId="05ebb031b9311ef8" providerId="LiveId" clId="{0B5BADA0-EADF-41A1-AAFD-3B897C5B0FA5}" dt="2026-08-31T10:00:04.420" v="799" actId="14861"/>
          <ac:picMkLst>
            <pc:docMk/>
            <pc:sldMk cId="0" sldId="257"/>
            <ac:picMk id="33" creationId="{2BB81A31-293A-14A3-9DFB-383F70C4E187}"/>
          </ac:picMkLst>
        </pc:picChg>
        <pc:picChg chg="add mod ord">
          <ac:chgData name="JEISA MATHEW" userId="05ebb031b9311ef8" providerId="LiveId" clId="{0B5BADA0-EADF-41A1-AAFD-3B897C5B0FA5}" dt="2026-08-31T10:00:01.516" v="798" actId="14861"/>
          <ac:picMkLst>
            <pc:docMk/>
            <pc:sldMk cId="0" sldId="257"/>
            <ac:picMk id="34" creationId="{B74D83A4-F8BF-595E-2DE2-E923B379F16E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6:45.829" v="1912" actId="207"/>
        <pc:sldMkLst>
          <pc:docMk/>
          <pc:sldMk cId="0" sldId="258"/>
        </pc:sldMkLst>
        <pc:spChg chg="mod">
          <ac:chgData name="JEISA MATHEW" userId="05ebb031b9311ef8" providerId="LiveId" clId="{0B5BADA0-EADF-41A1-AAFD-3B897C5B0FA5}" dt="2026-09-04T10:26:45.829" v="1912" actId="207"/>
          <ac:spMkLst>
            <pc:docMk/>
            <pc:sldMk cId="0" sldId="258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1:26.300" v="267" actId="207"/>
          <ac:spMkLst>
            <pc:docMk/>
            <pc:sldMk cId="0" sldId="258"/>
            <ac:spMk id="4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1:57.973" v="270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1T13:58:47.987" v="1214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10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3:58:44.133" v="1213" actId="20577"/>
          <ac:spMkLst>
            <pc:docMk/>
            <pc:sldMk cId="0" sldId="258"/>
            <ac:spMk id="20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6:06.080" v="700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5:57.405" v="699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6:16.656" v="706" actId="20577"/>
          <ac:spMkLst>
            <pc:docMk/>
            <pc:sldMk cId="0" sldId="258"/>
            <ac:spMk id="25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5:18.377" v="691" actId="207"/>
          <ac:spMkLst>
            <pc:docMk/>
            <pc:sldMk cId="0" sldId="258"/>
            <ac:spMk id="27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5:21.440" v="692" actId="207"/>
          <ac:spMkLst>
            <pc:docMk/>
            <pc:sldMk cId="0" sldId="258"/>
            <ac:spMk id="29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33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5:10.329" v="689" actId="207"/>
          <ac:spMkLst>
            <pc:docMk/>
            <pc:sldMk cId="0" sldId="258"/>
            <ac:spMk id="35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48:26.978" v="748" actId="14100"/>
          <ac:spMkLst>
            <pc:docMk/>
            <pc:sldMk cId="0" sldId="258"/>
            <ac:spMk id="37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4:50.794" v="685" actId="207"/>
          <ac:spMkLst>
            <pc:docMk/>
            <pc:sldMk cId="0" sldId="258"/>
            <ac:spMk id="3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3:38.333" v="288" actId="207"/>
          <ac:spMkLst>
            <pc:docMk/>
            <pc:sldMk cId="0" sldId="258"/>
            <ac:spMk id="40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4:55.487" v="686" actId="207"/>
          <ac:spMkLst>
            <pc:docMk/>
            <pc:sldMk cId="0" sldId="258"/>
            <ac:spMk id="4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3:38.954" v="289" actId="207"/>
          <ac:spMkLst>
            <pc:docMk/>
            <pc:sldMk cId="0" sldId="258"/>
            <ac:spMk id="43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35:00.074" v="687" actId="207"/>
          <ac:spMkLst>
            <pc:docMk/>
            <pc:sldMk cId="0" sldId="258"/>
            <ac:spMk id="4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00:44.223" v="805" actId="1076"/>
          <ac:spMkLst>
            <pc:docMk/>
            <pc:sldMk cId="0" sldId="258"/>
            <ac:spMk id="46" creationId="{00000000-0000-0000-0000-000000000000}"/>
          </ac:spMkLst>
        </pc:spChg>
        <pc:picChg chg="mod ord">
          <ac:chgData name="JEISA MATHEW" userId="05ebb031b9311ef8" providerId="LiveId" clId="{0B5BADA0-EADF-41A1-AAFD-3B897C5B0FA5}" dt="2026-08-31T13:59:44.839" v="1219" actId="1076"/>
          <ac:picMkLst>
            <pc:docMk/>
            <pc:sldMk cId="0" sldId="258"/>
            <ac:picMk id="3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3:59:08.776" v="1215" actId="1076"/>
          <ac:picMkLst>
            <pc:docMk/>
            <pc:sldMk cId="0" sldId="258"/>
            <ac:picMk id="6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0:24.043" v="726" actId="1440"/>
          <ac:picMkLst>
            <pc:docMk/>
            <pc:sldMk cId="0" sldId="258"/>
            <ac:picMk id="9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0:17.581" v="725" actId="1440"/>
          <ac:picMkLst>
            <pc:docMk/>
            <pc:sldMk cId="0" sldId="258"/>
            <ac:picMk id="12" creationId="{00000000-0000-0000-0000-000000000000}"/>
          </ac:picMkLst>
        </pc:picChg>
        <pc:picChg chg="add del mod ord">
          <ac:chgData name="JEISA MATHEW" userId="05ebb031b9311ef8" providerId="LiveId" clId="{0B5BADA0-EADF-41A1-AAFD-3B897C5B0FA5}" dt="2026-08-31T14:17:17.753" v="1297" actId="14100"/>
          <ac:picMkLst>
            <pc:docMk/>
            <pc:sldMk cId="0" sldId="258"/>
            <ac:picMk id="15" creationId="{752F01E0-5F19-BCBA-206B-F32698E1ABC1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58"/>
            <ac:picMk id="16" creationId="{9DF29007-3B8A-027C-F049-82D0C274B3F0}"/>
          </ac:picMkLst>
        </pc:picChg>
        <pc:picChg chg="mod">
          <ac:chgData name="JEISA MATHEW" userId="05ebb031b9311ef8" providerId="LiveId" clId="{0B5BADA0-EADF-41A1-AAFD-3B897C5B0FA5}" dt="2026-08-30T17:08:09.706" v="150" actId="1076"/>
          <ac:picMkLst>
            <pc:docMk/>
            <pc:sldMk cId="0" sldId="258"/>
            <ac:picMk id="1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3:05.289" v="730" actId="1440"/>
          <ac:picMkLst>
            <pc:docMk/>
            <pc:sldMk cId="0" sldId="258"/>
            <ac:picMk id="24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4:09.243" v="731" actId="1440"/>
          <ac:picMkLst>
            <pc:docMk/>
            <pc:sldMk cId="0" sldId="258"/>
            <ac:picMk id="26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4:15.892" v="732" actId="1440"/>
          <ac:picMkLst>
            <pc:docMk/>
            <pc:sldMk cId="0" sldId="258"/>
            <ac:picMk id="2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4:24.149" v="733" actId="1440"/>
          <ac:picMkLst>
            <pc:docMk/>
            <pc:sldMk cId="0" sldId="258"/>
            <ac:picMk id="30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4:31.281" v="734" actId="1440"/>
          <ac:picMkLst>
            <pc:docMk/>
            <pc:sldMk cId="0" sldId="258"/>
            <ac:picMk id="32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09:44:46.144" v="735" actId="1440"/>
          <ac:picMkLst>
            <pc:docMk/>
            <pc:sldMk cId="0" sldId="258"/>
            <ac:picMk id="34" creationId="{00000000-0000-0000-0000-000000000000}"/>
          </ac:picMkLst>
        </pc:picChg>
        <pc:picChg chg="mod">
          <ac:chgData name="JEISA MATHEW" userId="05ebb031b9311ef8" providerId="LiveId" clId="{0B5BADA0-EADF-41A1-AAFD-3B897C5B0FA5}" dt="2026-08-30T17:10:32.650" v="164" actId="1076"/>
          <ac:picMkLst>
            <pc:docMk/>
            <pc:sldMk cId="0" sldId="258"/>
            <ac:picMk id="39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00:40.488" v="804" actId="1076"/>
          <ac:picMkLst>
            <pc:docMk/>
            <pc:sldMk cId="0" sldId="258"/>
            <ac:picMk id="45" creationId="{00000000-0000-0000-0000-000000000000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6:56.827" v="1913" actId="207"/>
        <pc:sldMkLst>
          <pc:docMk/>
          <pc:sldMk cId="0" sldId="259"/>
        </pc:sldMkLst>
        <pc:spChg chg="mod">
          <ac:chgData name="JEISA MATHEW" userId="05ebb031b9311ef8" providerId="LiveId" clId="{0B5BADA0-EADF-41A1-AAFD-3B897C5B0FA5}" dt="2026-09-04T10:26:56.827" v="1913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4:09.797" v="293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4:06.736" v="292" actId="207"/>
          <ac:spMkLst>
            <pc:docMk/>
            <pc:sldMk cId="0" sldId="259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43.658" v="238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02:10.352" v="815" actId="14100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43.658" v="238" actId="207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43.658" v="238" actId="207"/>
          <ac:spMkLst>
            <pc:docMk/>
            <pc:sldMk cId="0" sldId="259"/>
            <ac:spMk id="1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43.658" v="238" actId="207"/>
          <ac:spMkLst>
            <pc:docMk/>
            <pc:sldMk cId="0" sldId="259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43.658" v="238" actId="20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6:29.720" v="237" actId="207"/>
          <ac:spMkLst>
            <pc:docMk/>
            <pc:sldMk cId="0" sldId="259"/>
            <ac:spMk id="23" creationId="{00000000-0000-0000-0000-000000000000}"/>
          </ac:spMkLst>
        </pc:spChg>
        <pc:spChg chg="add del">
          <ac:chgData name="JEISA MATHEW" userId="05ebb031b9311ef8" providerId="LiveId" clId="{0B5BADA0-EADF-41A1-AAFD-3B897C5B0FA5}" dt="2026-08-30T17:17:20.732" v="244" actId="478"/>
          <ac:spMkLst>
            <pc:docMk/>
            <pc:sldMk cId="0" sldId="259"/>
            <ac:spMk id="2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33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41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43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4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07:33.514" v="1249" actId="1076"/>
          <ac:spMkLst>
            <pc:docMk/>
            <pc:sldMk cId="0" sldId="259"/>
            <ac:spMk id="48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59"/>
            <ac:picMk id="3" creationId="{E813C687-09F1-B9B5-6D17-C9A1030F46C2}"/>
          </ac:picMkLst>
        </pc:picChg>
        <pc:picChg chg="mod ord">
          <ac:chgData name="JEISA MATHEW" userId="05ebb031b9311ef8" providerId="LiveId" clId="{0B5BADA0-EADF-41A1-AAFD-3B897C5B0FA5}" dt="2026-08-31T10:01:31.350" v="810" actId="14861"/>
          <ac:picMkLst>
            <pc:docMk/>
            <pc:sldMk cId="0" sldId="259"/>
            <ac:picMk id="6" creationId="{00000000-0000-0000-0000-000000000000}"/>
          </ac:picMkLst>
        </pc:picChg>
        <pc:picChg chg="mod ord">
          <ac:chgData name="JEISA MATHEW" userId="05ebb031b9311ef8" providerId="LiveId" clId="{0B5BADA0-EADF-41A1-AAFD-3B897C5B0FA5}" dt="2026-08-31T14:05:24.456" v="1225" actId="14100"/>
          <ac:picMkLst>
            <pc:docMk/>
            <pc:sldMk cId="0" sldId="259"/>
            <ac:picMk id="24" creationId="{00000000-0000-0000-0000-000000000000}"/>
          </ac:picMkLst>
        </pc:picChg>
        <pc:picChg chg="mod ord">
          <ac:chgData name="JEISA MATHEW" userId="05ebb031b9311ef8" providerId="LiveId" clId="{0B5BADA0-EADF-41A1-AAFD-3B897C5B0FA5}" dt="2026-08-31T14:17:49.640" v="1303" actId="14100"/>
          <ac:picMkLst>
            <pc:docMk/>
            <pc:sldMk cId="0" sldId="259"/>
            <ac:picMk id="2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05:42.902" v="1229" actId="14100"/>
          <ac:picMkLst>
            <pc:docMk/>
            <pc:sldMk cId="0" sldId="259"/>
            <ac:picMk id="30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07:33.514" v="1249" actId="1076"/>
          <ac:picMkLst>
            <pc:docMk/>
            <pc:sldMk cId="0" sldId="259"/>
            <ac:picMk id="37" creationId="{00000000-0000-0000-0000-000000000000}"/>
          </ac:picMkLst>
        </pc:picChg>
        <pc:picChg chg="add del">
          <ac:chgData name="JEISA MATHEW" userId="05ebb031b9311ef8" providerId="LiveId" clId="{0B5BADA0-EADF-41A1-AAFD-3B897C5B0FA5}" dt="2026-08-31T14:48:16.379" v="1494" actId="478"/>
          <ac:picMkLst>
            <pc:docMk/>
            <pc:sldMk cId="0" sldId="259"/>
            <ac:picMk id="47" creationId="{00000000-0000-0000-0000-000000000000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01.034" v="1914" actId="207"/>
        <pc:sldMkLst>
          <pc:docMk/>
          <pc:sldMk cId="0" sldId="260"/>
        </pc:sldMkLst>
        <pc:spChg chg="mod">
          <ac:chgData name="JEISA MATHEW" userId="05ebb031b9311ef8" providerId="LiveId" clId="{0B5BADA0-EADF-41A1-AAFD-3B897C5B0FA5}" dt="2026-09-04T10:27:01.034" v="1914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24.189" v="300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17.977" v="299" actId="207"/>
          <ac:spMkLst>
            <pc:docMk/>
            <pc:sldMk cId="0" sldId="260"/>
            <ac:spMk id="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33.541" v="302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29.774" v="301" actId="207"/>
          <ac:spMkLst>
            <pc:docMk/>
            <pc:sldMk cId="0" sldId="260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37.970" v="303" actId="207"/>
          <ac:spMkLst>
            <pc:docMk/>
            <pc:sldMk cId="0" sldId="260"/>
            <ac:spMk id="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41.053" v="304" actId="20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5:59.399" v="307" actId="20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07.488" v="308" actId="207"/>
          <ac:spMkLst>
            <pc:docMk/>
            <pc:sldMk cId="0" sldId="260"/>
            <ac:spMk id="1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16.531" v="309" actId="207"/>
          <ac:spMkLst>
            <pc:docMk/>
            <pc:sldMk cId="0" sldId="260"/>
            <ac:spMk id="1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20.134" v="310" actId="20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23.293" v="311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26.276" v="312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29.973" v="313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8:45.402" v="254" actId="2711"/>
          <ac:spMkLst>
            <pc:docMk/>
            <pc:sldMk cId="0" sldId="260"/>
            <ac:spMk id="2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8:45.402" v="254" actId="2711"/>
          <ac:spMkLst>
            <pc:docMk/>
            <pc:sldMk cId="0" sldId="260"/>
            <ac:spMk id="2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18:45.402" v="254" actId="2711"/>
          <ac:spMkLst>
            <pc:docMk/>
            <pc:sldMk cId="0" sldId="260"/>
            <ac:spMk id="2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6:46.388" v="316" actId="207"/>
          <ac:spMkLst>
            <pc:docMk/>
            <pc:sldMk cId="0" sldId="260"/>
            <ac:spMk id="3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04:42.359" v="832" actId="1076"/>
          <ac:spMkLst>
            <pc:docMk/>
            <pc:sldMk cId="0" sldId="260"/>
            <ac:spMk id="3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04:42.359" v="832" actId="1076"/>
          <ac:spMkLst>
            <pc:docMk/>
            <pc:sldMk cId="0" sldId="260"/>
            <ac:spMk id="35" creationId="{00000000-0000-0000-0000-000000000000}"/>
          </ac:spMkLst>
        </pc:spChg>
        <pc:picChg chg="mod">
          <ac:chgData name="JEISA MATHEW" userId="05ebb031b9311ef8" providerId="LiveId" clId="{0B5BADA0-EADF-41A1-AAFD-3B897C5B0FA5}" dt="2026-08-31T10:03:04.239" v="821" actId="14861"/>
          <ac:picMkLst>
            <pc:docMk/>
            <pc:sldMk cId="0" sldId="260"/>
            <ac:picMk id="6" creationId="{00000000-0000-0000-0000-000000000000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0"/>
            <ac:picMk id="14" creationId="{881C114E-C22B-3E73-CD6F-F8A1EB33F033}"/>
          </ac:picMkLst>
        </pc:picChg>
        <pc:picChg chg="add del mod">
          <ac:chgData name="JEISA MATHEW" userId="05ebb031b9311ef8" providerId="LiveId" clId="{0B5BADA0-EADF-41A1-AAFD-3B897C5B0FA5}" dt="2026-09-04T10:18:14.281" v="1769" actId="14100"/>
          <ac:picMkLst>
            <pc:docMk/>
            <pc:sldMk cId="0" sldId="260"/>
            <ac:picMk id="31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08:05.512" v="1257" actId="14100"/>
          <ac:picMkLst>
            <pc:docMk/>
            <pc:sldMk cId="0" sldId="260"/>
            <ac:picMk id="33" creationId="{00000000-0000-0000-0000-000000000000}"/>
          </ac:picMkLst>
        </pc:picChg>
        <pc:picChg chg="add mod ord">
          <ac:chgData name="JEISA MATHEW" userId="05ebb031b9311ef8" providerId="LiveId" clId="{0B5BADA0-EADF-41A1-AAFD-3B897C5B0FA5}" dt="2026-08-31T10:03:11.262" v="823" actId="14100"/>
          <ac:picMkLst>
            <pc:docMk/>
            <pc:sldMk cId="0" sldId="260"/>
            <ac:picMk id="36" creationId="{A676810D-BC2D-1010-68CA-3706A5B37C40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09.827" v="1916" actId="207"/>
        <pc:sldMkLst>
          <pc:docMk/>
          <pc:sldMk cId="0" sldId="261"/>
        </pc:sldMkLst>
        <pc:spChg chg="mod">
          <ac:chgData name="JEISA MATHEW" userId="05ebb031b9311ef8" providerId="LiveId" clId="{0B5BADA0-EADF-41A1-AAFD-3B897C5B0FA5}" dt="2026-09-04T10:27:06.731" v="1915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9-04T10:27:09.827" v="1916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2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3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4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4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4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7:37.645" v="318" actId="207"/>
          <ac:spMkLst>
            <pc:docMk/>
            <pc:sldMk cId="0" sldId="261"/>
            <ac:spMk id="5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6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9:03.828" v="326" actId="207"/>
          <ac:spMkLst>
            <pc:docMk/>
            <pc:sldMk cId="0" sldId="261"/>
            <ac:spMk id="70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1"/>
            <ac:picMk id="49" creationId="{A3526758-BB68-DE66-E89C-2F6CDEFDE771}"/>
          </ac:picMkLst>
        </pc:picChg>
        <pc:picChg chg="add mod ord">
          <ac:chgData name="JEISA MATHEW" userId="05ebb031b9311ef8" providerId="LiveId" clId="{0B5BADA0-EADF-41A1-AAFD-3B897C5B0FA5}" dt="2026-08-30T17:29:38.627" v="331" actId="167"/>
          <ac:picMkLst>
            <pc:docMk/>
            <pc:sldMk cId="0" sldId="261"/>
            <ac:picMk id="74" creationId="{4F3CFD02-1DE0-9264-04E4-2DF0E1937ADC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14.380" v="1917" actId="207"/>
        <pc:sldMkLst>
          <pc:docMk/>
          <pc:sldMk cId="0" sldId="262"/>
        </pc:sldMkLst>
        <pc:spChg chg="mod">
          <ac:chgData name="JEISA MATHEW" userId="05ebb031b9311ef8" providerId="LiveId" clId="{0B5BADA0-EADF-41A1-AAFD-3B897C5B0FA5}" dt="2026-09-04T10:27:14.380" v="1917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2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2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2:52.627" v="352" actId="14100"/>
          <ac:spMkLst>
            <pc:docMk/>
            <pc:sldMk cId="0" sldId="262"/>
            <ac:spMk id="3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3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28:52.332" v="324" actId="2711"/>
          <ac:spMkLst>
            <pc:docMk/>
            <pc:sldMk cId="0" sldId="262"/>
            <ac:spMk id="35" creationId="{00000000-0000-0000-0000-000000000000}"/>
          </ac:spMkLst>
        </pc:spChg>
        <pc:picChg chg="add mod ord">
          <ac:chgData name="JEISA MATHEW" userId="05ebb031b9311ef8" providerId="LiveId" clId="{0B5BADA0-EADF-41A1-AAFD-3B897C5B0FA5}" dt="2026-08-31T10:08:33.126" v="854" actId="1076"/>
          <ac:picMkLst>
            <pc:docMk/>
            <pc:sldMk cId="0" sldId="262"/>
            <ac:picMk id="3" creationId="{C4BB4750-E914-1210-003C-2E5C800ECFCF}"/>
          </ac:picMkLst>
        </pc:picChg>
        <pc:picChg chg="mod">
          <ac:chgData name="JEISA MATHEW" userId="05ebb031b9311ef8" providerId="LiveId" clId="{0B5BADA0-EADF-41A1-AAFD-3B897C5B0FA5}" dt="2026-08-31T10:13:17.461" v="890" actId="1076"/>
          <ac:picMkLst>
            <pc:docMk/>
            <pc:sldMk cId="0" sldId="262"/>
            <ac:picMk id="4" creationId="{00000000-0000-0000-0000-000000000000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2"/>
            <ac:picMk id="5" creationId="{96C0F811-62ED-1E2C-9F26-7D226D24263F}"/>
          </ac:picMkLst>
        </pc:picChg>
        <pc:picChg chg="add mod">
          <ac:chgData name="JEISA MATHEW" userId="05ebb031b9311ef8" providerId="LiveId" clId="{0B5BADA0-EADF-41A1-AAFD-3B897C5B0FA5}" dt="2026-08-31T10:09:26.750" v="861" actId="207"/>
          <ac:picMkLst>
            <pc:docMk/>
            <pc:sldMk cId="0" sldId="262"/>
            <ac:picMk id="30" creationId="{08223601-3750-AD3E-CBD3-EDCD8043F1D7}"/>
          </ac:picMkLst>
        </pc:picChg>
        <pc:picChg chg="add mod ord">
          <ac:chgData name="JEISA MATHEW" userId="05ebb031b9311ef8" providerId="LiveId" clId="{0B5BADA0-EADF-41A1-AAFD-3B897C5B0FA5}" dt="2026-08-30T17:30:05.650" v="336" actId="167"/>
          <ac:picMkLst>
            <pc:docMk/>
            <pc:sldMk cId="0" sldId="262"/>
            <ac:picMk id="36" creationId="{0BCFC1B7-6343-7169-92CE-F5F9ACA22144}"/>
          </ac:picMkLst>
        </pc:picChg>
        <pc:picChg chg="add mod ord">
          <ac:chgData name="JEISA MATHEW" userId="05ebb031b9311ef8" providerId="LiveId" clId="{0B5BADA0-EADF-41A1-AAFD-3B897C5B0FA5}" dt="2026-08-31T10:09:03.645" v="859" actId="167"/>
          <ac:picMkLst>
            <pc:docMk/>
            <pc:sldMk cId="0" sldId="262"/>
            <ac:picMk id="37" creationId="{976E64DE-F697-B728-D0B3-BCFA164C15DC}"/>
          </ac:picMkLst>
        </pc:picChg>
        <pc:picChg chg="add mod">
          <ac:chgData name="JEISA MATHEW" userId="05ebb031b9311ef8" providerId="LiveId" clId="{0B5BADA0-EADF-41A1-AAFD-3B897C5B0FA5}" dt="2026-08-31T10:09:43.432" v="864" actId="1076"/>
          <ac:picMkLst>
            <pc:docMk/>
            <pc:sldMk cId="0" sldId="262"/>
            <ac:picMk id="38" creationId="{1E6073E5-7968-33A5-A02E-24BD06F7A764}"/>
          </ac:picMkLst>
        </pc:picChg>
        <pc:picChg chg="add mod">
          <ac:chgData name="JEISA MATHEW" userId="05ebb031b9311ef8" providerId="LiveId" clId="{0B5BADA0-EADF-41A1-AAFD-3B897C5B0FA5}" dt="2026-08-30T17:33:36.955" v="360" actId="14100"/>
          <ac:picMkLst>
            <pc:docMk/>
            <pc:sldMk cId="0" sldId="262"/>
            <ac:picMk id="39" creationId="{A71354E8-A549-4579-6EFA-E0B2FDD99BF0}"/>
          </ac:picMkLst>
        </pc:picChg>
        <pc:picChg chg="add mod">
          <ac:chgData name="JEISA MATHEW" userId="05ebb031b9311ef8" providerId="LiveId" clId="{0B5BADA0-EADF-41A1-AAFD-3B897C5B0FA5}" dt="2026-08-31T10:10:56.008" v="873" actId="207"/>
          <ac:picMkLst>
            <pc:docMk/>
            <pc:sldMk cId="0" sldId="262"/>
            <ac:picMk id="41" creationId="{64C71BB6-482B-85D7-2982-C7C28A613CDA}"/>
          </ac:picMkLst>
        </pc:picChg>
        <pc:picChg chg="add mod">
          <ac:chgData name="JEISA MATHEW" userId="05ebb031b9311ef8" providerId="LiveId" clId="{0B5BADA0-EADF-41A1-AAFD-3B897C5B0FA5}" dt="2026-08-31T10:14:54.488" v="897" actId="207"/>
          <ac:picMkLst>
            <pc:docMk/>
            <pc:sldMk cId="0" sldId="262"/>
            <ac:picMk id="43" creationId="{9743DF8C-1F5D-E696-EE9A-0390DC66B112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18.084" v="1918" actId="207"/>
        <pc:sldMkLst>
          <pc:docMk/>
          <pc:sldMk cId="0" sldId="263"/>
        </pc:sldMkLst>
        <pc:spChg chg="mod">
          <ac:chgData name="JEISA MATHEW" userId="05ebb031b9311ef8" providerId="LiveId" clId="{0B5BADA0-EADF-41A1-AAFD-3B897C5B0FA5}" dt="2026-09-04T10:27:18.084" v="1918" actId="207"/>
          <ac:spMkLst>
            <pc:docMk/>
            <pc:sldMk cId="0" sldId="263"/>
            <ac:spMk id="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13.638" v="363" actId="2711"/>
          <ac:spMkLst>
            <pc:docMk/>
            <pc:sldMk cId="0" sldId="263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35.460" v="367" actId="14100"/>
          <ac:spMkLst>
            <pc:docMk/>
            <pc:sldMk cId="0" sldId="263"/>
            <ac:spMk id="1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39.514" v="369" actId="1410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13.638" v="363" actId="2711"/>
          <ac:spMkLst>
            <pc:docMk/>
            <pc:sldMk cId="0" sldId="263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13.638" v="363" actId="2711"/>
          <ac:spMkLst>
            <pc:docMk/>
            <pc:sldMk cId="0" sldId="263"/>
            <ac:spMk id="2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13.638" v="363" actId="2711"/>
          <ac:spMkLst>
            <pc:docMk/>
            <pc:sldMk cId="0" sldId="263"/>
            <ac:spMk id="2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4:49.587" v="370" actId="1076"/>
          <ac:spMkLst>
            <pc:docMk/>
            <pc:sldMk cId="0" sldId="263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5:13.770" v="373" actId="1076"/>
          <ac:spMkLst>
            <pc:docMk/>
            <pc:sldMk cId="0" sldId="263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5:18.867" v="374" actId="1076"/>
          <ac:spMkLst>
            <pc:docMk/>
            <pc:sldMk cId="0" sldId="263"/>
            <ac:spMk id="3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5:22.796" v="375" actId="1076"/>
          <ac:spMkLst>
            <pc:docMk/>
            <pc:sldMk cId="0" sldId="263"/>
            <ac:spMk id="3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5:28.242" v="376" actId="1076"/>
          <ac:spMkLst>
            <pc:docMk/>
            <pc:sldMk cId="0" sldId="263"/>
            <ac:spMk id="35" creationId="{00000000-0000-0000-0000-000000000000}"/>
          </ac:spMkLst>
        </pc:spChg>
        <pc:picChg chg="add mod ord">
          <ac:chgData name="JEISA MATHEW" userId="05ebb031b9311ef8" providerId="LiveId" clId="{0B5BADA0-EADF-41A1-AAFD-3B897C5B0FA5}" dt="2026-08-31T10:15:27.978" v="903" actId="167"/>
          <ac:picMkLst>
            <pc:docMk/>
            <pc:sldMk cId="0" sldId="263"/>
            <ac:picMk id="2" creationId="{536C388E-D9EC-B6D0-A8C9-36E4B71C1C6E}"/>
          </ac:picMkLst>
        </pc:picChg>
        <pc:picChg chg="add mod ord">
          <ac:chgData name="JEISA MATHEW" userId="05ebb031b9311ef8" providerId="LiveId" clId="{0B5BADA0-EADF-41A1-AAFD-3B897C5B0FA5}" dt="2026-08-31T10:16:04.399" v="909" actId="167"/>
          <ac:picMkLst>
            <pc:docMk/>
            <pc:sldMk cId="0" sldId="263"/>
            <ac:picMk id="3" creationId="{7C283142-79B8-5262-BB2D-9BD96E1AEE72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3"/>
            <ac:picMk id="4" creationId="{061BE495-D3B0-445C-00A3-40F71FAEC64E}"/>
          </ac:picMkLst>
        </pc:picChg>
        <pc:picChg chg="mod">
          <ac:chgData name="JEISA MATHEW" userId="05ebb031b9311ef8" providerId="LiveId" clId="{0B5BADA0-EADF-41A1-AAFD-3B897C5B0FA5}" dt="2026-08-31T10:18:15.653" v="923" actId="1076"/>
          <ac:picMkLst>
            <pc:docMk/>
            <pc:sldMk cId="0" sldId="263"/>
            <ac:picMk id="6" creationId="{00000000-0000-0000-0000-000000000000}"/>
          </ac:picMkLst>
        </pc:picChg>
        <pc:picChg chg="add mod">
          <ac:chgData name="JEISA MATHEW" userId="05ebb031b9311ef8" providerId="LiveId" clId="{0B5BADA0-EADF-41A1-AAFD-3B897C5B0FA5}" dt="2026-08-31T10:18:35.242" v="925" actId="207"/>
          <ac:picMkLst>
            <pc:docMk/>
            <pc:sldMk cId="0" sldId="263"/>
            <ac:picMk id="37" creationId="{3469064F-0D66-2FB3-0A17-0DED281B064A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22.404" v="1919" actId="207"/>
        <pc:sldMkLst>
          <pc:docMk/>
          <pc:sldMk cId="0" sldId="264"/>
        </pc:sldMkLst>
        <pc:spChg chg="mod">
          <ac:chgData name="JEISA MATHEW" userId="05ebb031b9311ef8" providerId="LiveId" clId="{0B5BADA0-EADF-41A1-AAFD-3B897C5B0FA5}" dt="2026-09-04T10:27:22.404" v="1919" actId="207"/>
          <ac:spMkLst>
            <pc:docMk/>
            <pc:sldMk cId="0" sldId="264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9:40.737" v="412" actId="207"/>
          <ac:spMkLst>
            <pc:docMk/>
            <pc:sldMk cId="0" sldId="264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39:40.737" v="412" actId="207"/>
          <ac:spMkLst>
            <pc:docMk/>
            <pc:sldMk cId="0" sldId="264"/>
            <ac:spMk id="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8:32.914" v="1309" actId="207"/>
          <ac:spMkLst>
            <pc:docMk/>
            <pc:sldMk cId="0" sldId="264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21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43:40.670" v="1072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0:08.825" v="1264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0:08.825" v="1264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0:08.825" v="1264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0:08.825" v="1264" actId="1076"/>
          <ac:spMkLst>
            <pc:docMk/>
            <pc:sldMk cId="0" sldId="264"/>
            <ac:spMk id="35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0:08.825" v="1264" actId="1076"/>
          <ac:spMkLst>
            <pc:docMk/>
            <pc:sldMk cId="0" sldId="264"/>
            <ac:spMk id="3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4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41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33.184" v="1268" actId="1076"/>
          <ac:spMkLst>
            <pc:docMk/>
            <pc:sldMk cId="0" sldId="264"/>
            <ac:spMk id="43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33.184" v="1268" actId="1076"/>
          <ac:spMkLst>
            <pc:docMk/>
            <pc:sldMk cId="0" sldId="264"/>
            <ac:spMk id="4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4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47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33.184" v="1268" actId="1076"/>
          <ac:spMkLst>
            <pc:docMk/>
            <pc:sldMk cId="0" sldId="264"/>
            <ac:spMk id="4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33.184" v="1268" actId="1076"/>
          <ac:spMkLst>
            <pc:docMk/>
            <pc:sldMk cId="0" sldId="264"/>
            <ac:spMk id="5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1:09.210" v="1266" actId="1076"/>
          <ac:spMkLst>
            <pc:docMk/>
            <pc:sldMk cId="0" sldId="264"/>
            <ac:spMk id="52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4"/>
            <ac:picMk id="3" creationId="{DE3DA30C-B9C6-5D61-A532-2A7F9394BE5B}"/>
          </ac:picMkLst>
        </pc:picChg>
        <pc:picChg chg="mod">
          <ac:chgData name="JEISA MATHEW" userId="05ebb031b9311ef8" providerId="LiveId" clId="{0B5BADA0-EADF-41A1-AAFD-3B897C5B0FA5}" dt="2026-08-31T10:27:06.310" v="992" actId="14100"/>
          <ac:picMkLst>
            <pc:docMk/>
            <pc:sldMk cId="0" sldId="264"/>
            <ac:picMk id="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43:40.670" v="1072" actId="1076"/>
          <ac:picMkLst>
            <pc:docMk/>
            <pc:sldMk cId="0" sldId="264"/>
            <ac:picMk id="20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24:02.863" v="968" actId="1076"/>
          <ac:picMkLst>
            <pc:docMk/>
            <pc:sldMk cId="0" sldId="264"/>
            <ac:picMk id="22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43:40.670" v="1072" actId="1076"/>
          <ac:picMkLst>
            <pc:docMk/>
            <pc:sldMk cId="0" sldId="264"/>
            <ac:picMk id="25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26:50.974" v="991" actId="1076"/>
          <ac:picMkLst>
            <pc:docMk/>
            <pc:sldMk cId="0" sldId="264"/>
            <ac:picMk id="39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11:33.184" v="1268" actId="1076"/>
          <ac:picMkLst>
            <pc:docMk/>
            <pc:sldMk cId="0" sldId="264"/>
            <ac:picMk id="42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26:50.974" v="991" actId="1076"/>
          <ac:picMkLst>
            <pc:docMk/>
            <pc:sldMk cId="0" sldId="264"/>
            <ac:picMk id="45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11:33.184" v="1268" actId="1076"/>
          <ac:picMkLst>
            <pc:docMk/>
            <pc:sldMk cId="0" sldId="264"/>
            <ac:picMk id="4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0:43:07.181" v="1071" actId="14100"/>
          <ac:picMkLst>
            <pc:docMk/>
            <pc:sldMk cId="0" sldId="264"/>
            <ac:picMk id="51" creationId="{00000000-0000-0000-0000-000000000000}"/>
          </ac:picMkLst>
        </pc:picChg>
        <pc:picChg chg="add mod ord">
          <ac:chgData name="JEISA MATHEW" userId="05ebb031b9311ef8" providerId="LiveId" clId="{0B5BADA0-EADF-41A1-AAFD-3B897C5B0FA5}" dt="2026-08-31T14:09:02.049" v="1258" actId="14100"/>
          <ac:picMkLst>
            <pc:docMk/>
            <pc:sldMk cId="0" sldId="264"/>
            <ac:picMk id="55" creationId="{0FA48A51-AC75-AA2A-ABDC-DFDB6156B0C6}"/>
          </ac:picMkLst>
        </pc:picChg>
        <pc:picChg chg="add mod ord">
          <ac:chgData name="JEISA MATHEW" userId="05ebb031b9311ef8" providerId="LiveId" clId="{0B5BADA0-EADF-41A1-AAFD-3B897C5B0FA5}" dt="2026-08-31T14:10:12.905" v="1265" actId="14100"/>
          <ac:picMkLst>
            <pc:docMk/>
            <pc:sldMk cId="0" sldId="264"/>
            <ac:picMk id="56" creationId="{E8FA26CC-30EF-5DD9-B70D-15EEE6E0891A}"/>
          </ac:picMkLst>
        </pc:picChg>
        <pc:picChg chg="add mod ord">
          <ac:chgData name="JEISA MATHEW" userId="05ebb031b9311ef8" providerId="LiveId" clId="{0B5BADA0-EADF-41A1-AAFD-3B897C5B0FA5}" dt="2026-08-31T14:18:43.217" v="1310" actId="14100"/>
          <ac:picMkLst>
            <pc:docMk/>
            <pc:sldMk cId="0" sldId="264"/>
            <ac:picMk id="57" creationId="{B1B51E85-3537-8E50-66A8-74D7C3584A50}"/>
          </ac:picMkLst>
        </pc:picChg>
        <pc:picChg chg="add mod ord">
          <ac:chgData name="JEISA MATHEW" userId="05ebb031b9311ef8" providerId="LiveId" clId="{0B5BADA0-EADF-41A1-AAFD-3B897C5B0FA5}" dt="2026-08-31T14:11:44.993" v="1269" actId="14100"/>
          <ac:picMkLst>
            <pc:docMk/>
            <pc:sldMk cId="0" sldId="264"/>
            <ac:picMk id="58" creationId="{8AC774EA-2767-CF2A-FEB3-52346511B659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27.979" v="1920" actId="207"/>
        <pc:sldMkLst>
          <pc:docMk/>
          <pc:sldMk cId="0" sldId="265"/>
        </pc:sldMkLst>
        <pc:spChg chg="mod">
          <ac:chgData name="JEISA MATHEW" userId="05ebb031b9311ef8" providerId="LiveId" clId="{0B5BADA0-EADF-41A1-AAFD-3B897C5B0FA5}" dt="2026-09-04T10:27:27.979" v="1920" actId="207"/>
          <ac:spMkLst>
            <pc:docMk/>
            <pc:sldMk cId="0" sldId="265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5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5:50.121" v="1288" actId="13926"/>
          <ac:spMkLst>
            <pc:docMk/>
            <pc:sldMk cId="0" sldId="265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1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22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5:43.458" v="1287" actId="13926"/>
          <ac:spMkLst>
            <pc:docMk/>
            <pc:sldMk cId="0" sldId="265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0:32.207" v="420" actId="207"/>
          <ac:spMkLst>
            <pc:docMk/>
            <pc:sldMk cId="0" sldId="265"/>
            <ac:spMk id="2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1:11.535" v="424" actId="207"/>
          <ac:spMkLst>
            <pc:docMk/>
            <pc:sldMk cId="0" sldId="265"/>
            <ac:spMk id="3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0:32.207" v="420" actId="207"/>
          <ac:spMkLst>
            <pc:docMk/>
            <pc:sldMk cId="0" sldId="265"/>
            <ac:spMk id="3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1:08.318" v="423" actId="207"/>
          <ac:spMkLst>
            <pc:docMk/>
            <pc:sldMk cId="0" sldId="265"/>
            <ac:spMk id="3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1:14.301" v="425" actId="207"/>
          <ac:spMkLst>
            <pc:docMk/>
            <pc:sldMk cId="0" sldId="265"/>
            <ac:spMk id="34" creationId="{00000000-0000-0000-0000-000000000000}"/>
          </ac:spMkLst>
        </pc:spChg>
        <pc:spChg chg="mod">
          <ac:chgData name="JEISA MATHEW" userId="05ebb031b9311ef8" providerId="LiveId" clId="{0B5BADA0-EADF-41A1-AAFD-3B897C5B0FA5}" dt="2026-08-31T10:22:11.243" v="957" actId="207"/>
          <ac:spMkLst>
            <pc:docMk/>
            <pc:sldMk cId="0" sldId="265"/>
            <ac:spMk id="3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15:20.021" v="1286" actId="13926"/>
          <ac:spMkLst>
            <pc:docMk/>
            <pc:sldMk cId="0" sldId="265"/>
            <ac:spMk id="4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0:32.207" v="420" actId="207"/>
          <ac:spMkLst>
            <pc:docMk/>
            <pc:sldMk cId="0" sldId="265"/>
            <ac:spMk id="4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0:32.207" v="420" actId="207"/>
          <ac:spMkLst>
            <pc:docMk/>
            <pc:sldMk cId="0" sldId="265"/>
            <ac:spMk id="4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0:32.207" v="420" actId="207"/>
          <ac:spMkLst>
            <pc:docMk/>
            <pc:sldMk cId="0" sldId="265"/>
            <ac:spMk id="46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5"/>
            <ac:picMk id="3" creationId="{4D564963-074C-9455-6AD6-812E23AE7C16}"/>
          </ac:picMkLst>
        </pc:picChg>
        <pc:picChg chg="add mod ord">
          <ac:chgData name="JEISA MATHEW" userId="05ebb031b9311ef8" providerId="LiveId" clId="{0B5BADA0-EADF-41A1-AAFD-3B897C5B0FA5}" dt="2026-08-31T10:37:33.437" v="1010" actId="167"/>
          <ac:picMkLst>
            <pc:docMk/>
            <pc:sldMk cId="0" sldId="265"/>
            <ac:picMk id="54" creationId="{D5A06549-2B71-9149-9B12-9B814FC88EB4}"/>
          </ac:picMkLst>
        </pc:picChg>
        <pc:picChg chg="add mod ord">
          <ac:chgData name="JEISA MATHEW" userId="05ebb031b9311ef8" providerId="LiveId" clId="{0B5BADA0-EADF-41A1-AAFD-3B897C5B0FA5}" dt="2026-08-31T10:38:12.047" v="1017" actId="14100"/>
          <ac:picMkLst>
            <pc:docMk/>
            <pc:sldMk cId="0" sldId="265"/>
            <ac:picMk id="55" creationId="{218F0EDA-EDDC-0CF4-43A4-A3BB0997FE06}"/>
          </ac:picMkLst>
        </pc:picChg>
        <pc:picChg chg="add mod ord">
          <ac:chgData name="JEISA MATHEW" userId="05ebb031b9311ef8" providerId="LiveId" clId="{0B5BADA0-EADF-41A1-AAFD-3B897C5B0FA5}" dt="2026-08-31T10:38:32.064" v="1021" actId="167"/>
          <ac:picMkLst>
            <pc:docMk/>
            <pc:sldMk cId="0" sldId="265"/>
            <ac:picMk id="56" creationId="{5154EAD2-321F-6993-C0AC-C604644AE496}"/>
          </ac:picMkLst>
        </pc:picChg>
        <pc:picChg chg="add mod ord">
          <ac:chgData name="JEISA MATHEW" userId="05ebb031b9311ef8" providerId="LiveId" clId="{0B5BADA0-EADF-41A1-AAFD-3B897C5B0FA5}" dt="2026-08-31T10:39:37.046" v="1035" actId="1076"/>
          <ac:picMkLst>
            <pc:docMk/>
            <pc:sldMk cId="0" sldId="265"/>
            <ac:picMk id="57" creationId="{93B37347-8712-9FB3-9D42-BFC68E2C8DD4}"/>
          </ac:picMkLst>
        </pc:picChg>
        <pc:picChg chg="add mod ord">
          <ac:chgData name="JEISA MATHEW" userId="05ebb031b9311ef8" providerId="LiveId" clId="{0B5BADA0-EADF-41A1-AAFD-3B897C5B0FA5}" dt="2026-08-31T10:39:31.798" v="1034" actId="1076"/>
          <ac:picMkLst>
            <pc:docMk/>
            <pc:sldMk cId="0" sldId="265"/>
            <ac:picMk id="58" creationId="{D5C974FA-E317-3F91-5407-59D3A8D2DCBE}"/>
          </ac:picMkLst>
        </pc:picChg>
        <pc:picChg chg="add mod ord">
          <ac:chgData name="JEISA MATHEW" userId="05ebb031b9311ef8" providerId="LiveId" clId="{0B5BADA0-EADF-41A1-AAFD-3B897C5B0FA5}" dt="2026-08-31T10:39:23.797" v="1033" actId="1076"/>
          <ac:picMkLst>
            <pc:docMk/>
            <pc:sldMk cId="0" sldId="265"/>
            <ac:picMk id="59" creationId="{50429FFE-E8A6-A3AD-8460-273373D31AD6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34.548" v="1921" actId="207"/>
        <pc:sldMkLst>
          <pc:docMk/>
          <pc:sldMk cId="0" sldId="266"/>
        </pc:sldMkLst>
        <pc:spChg chg="mod">
          <ac:chgData name="JEISA MATHEW" userId="05ebb031b9311ef8" providerId="LiveId" clId="{0B5BADA0-EADF-41A1-AAFD-3B897C5B0FA5}" dt="2026-09-04T10:27:34.548" v="1921" actId="207"/>
          <ac:spMkLst>
            <pc:docMk/>
            <pc:sldMk cId="0" sldId="266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5:39.971" v="473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1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3:21.487" v="513" actId="20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2:24.578" v="436" actId="20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24:35.704" v="637" actId="6549"/>
          <ac:spMkLst>
            <pc:docMk/>
            <pc:sldMk cId="0" sldId="266"/>
            <ac:spMk id="29" creationId="{00000000-0000-0000-0000-000000000000}"/>
          </ac:spMkLst>
        </pc:spChg>
        <pc:spChg chg="mod">
          <ac:chgData name="JEISA MATHEW" userId="05ebb031b9311ef8" providerId="LiveId" clId="{0B5BADA0-EADF-41A1-AAFD-3B897C5B0FA5}" dt="2026-08-31T09:25:50.771" v="651" actId="20577"/>
          <ac:spMkLst>
            <pc:docMk/>
            <pc:sldMk cId="0" sldId="266"/>
            <ac:spMk id="31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6"/>
            <ac:picMk id="24" creationId="{870A59F8-E445-2DB5-2735-3F84AAEB91C1}"/>
          </ac:picMkLst>
        </pc:picChg>
        <pc:picChg chg="add mod ord">
          <ac:chgData name="JEISA MATHEW" userId="05ebb031b9311ef8" providerId="LiveId" clId="{0B5BADA0-EADF-41A1-AAFD-3B897C5B0FA5}" dt="2026-08-30T17:43:01.357" v="442" actId="167"/>
          <ac:picMkLst>
            <pc:docMk/>
            <pc:sldMk cId="0" sldId="266"/>
            <ac:picMk id="43" creationId="{3BDC08D5-5D82-9D9E-42FF-A3D6B25FFE63}"/>
          </ac:picMkLst>
        </pc:picChg>
        <pc:picChg chg="add mod">
          <ac:chgData name="JEISA MATHEW" userId="05ebb031b9311ef8" providerId="LiveId" clId="{0B5BADA0-EADF-41A1-AAFD-3B897C5B0FA5}" dt="2026-08-31T14:19:23.017" v="1316" actId="14100"/>
          <ac:picMkLst>
            <pc:docMk/>
            <pc:sldMk cId="0" sldId="266"/>
            <ac:picMk id="45" creationId="{D1DF2C33-B114-E5BD-C503-B111110D08C6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42.156" v="1922" actId="207"/>
        <pc:sldMkLst>
          <pc:docMk/>
          <pc:sldMk cId="0" sldId="267"/>
        </pc:sldMkLst>
        <pc:spChg chg="mod">
          <ac:chgData name="JEISA MATHEW" userId="05ebb031b9311ef8" providerId="LiveId" clId="{0B5BADA0-EADF-41A1-AAFD-3B897C5B0FA5}" dt="2026-09-04T10:27:42.156" v="1922" actId="207"/>
          <ac:spMkLst>
            <pc:docMk/>
            <pc:sldMk cId="0" sldId="267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7:41.673" v="477" actId="2711"/>
          <ac:spMkLst>
            <pc:docMk/>
            <pc:sldMk cId="0" sldId="267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05.155" v="481" actId="14100"/>
          <ac:spMkLst>
            <pc:docMk/>
            <pc:sldMk cId="0" sldId="267"/>
            <ac:spMk id="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11.020" v="482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14.528" v="483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22.555" v="484" actId="14100"/>
          <ac:spMkLst>
            <pc:docMk/>
            <pc:sldMk cId="0" sldId="267"/>
            <ac:spMk id="2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25.507" v="485" actId="14100"/>
          <ac:spMkLst>
            <pc:docMk/>
            <pc:sldMk cId="0" sldId="267"/>
            <ac:spMk id="2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31.428" v="486" actId="14100"/>
          <ac:spMkLst>
            <pc:docMk/>
            <pc:sldMk cId="0" sldId="267"/>
            <ac:spMk id="2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7:41.673" v="477" actId="2711"/>
          <ac:spMkLst>
            <pc:docMk/>
            <pc:sldMk cId="0" sldId="267"/>
            <ac:spMk id="2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7:41.673" v="477" actId="2711"/>
          <ac:spMkLst>
            <pc:docMk/>
            <pc:sldMk cId="0" sldId="267"/>
            <ac:spMk id="28" creationId="{00000000-0000-0000-0000-000000000000}"/>
          </ac:spMkLst>
        </pc:spChg>
        <pc:spChg chg="mod">
          <ac:chgData name="JEISA MATHEW" userId="05ebb031b9311ef8" providerId="LiveId" clId="{0B5BADA0-EADF-41A1-AAFD-3B897C5B0FA5}" dt="2026-09-04T10:21:26.666" v="1821" actId="207"/>
          <ac:spMkLst>
            <pc:docMk/>
            <pc:sldMk cId="0" sldId="267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8:57.558" v="490" actId="207"/>
          <ac:spMkLst>
            <pc:docMk/>
            <pc:sldMk cId="0" sldId="267"/>
            <ac:spMk id="32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47:41.673" v="477" actId="2711"/>
          <ac:spMkLst>
            <pc:docMk/>
            <pc:sldMk cId="0" sldId="267"/>
            <ac:spMk id="35" creationId="{00000000-0000-0000-0000-000000000000}"/>
          </ac:spMkLst>
        </pc:spChg>
        <pc:picChg chg="add mod ord">
          <ac:chgData name="JEISA MATHEW" userId="05ebb031b9311ef8" providerId="LiveId" clId="{0B5BADA0-EADF-41A1-AAFD-3B897C5B0FA5}" dt="2026-08-31T10:44:59.293" v="1085" actId="14100"/>
          <ac:picMkLst>
            <pc:docMk/>
            <pc:sldMk cId="0" sldId="267"/>
            <ac:picMk id="3" creationId="{00730463-6934-DDF8-EE8D-122147479823}"/>
          </ac:picMkLst>
        </pc:picChg>
        <pc:picChg chg="add mod ord">
          <ac:chgData name="JEISA MATHEW" userId="05ebb031b9311ef8" providerId="LiveId" clId="{0B5BADA0-EADF-41A1-AAFD-3B897C5B0FA5}" dt="2026-08-31T10:44:54.571" v="1084" actId="167"/>
          <ac:picMkLst>
            <pc:docMk/>
            <pc:sldMk cId="0" sldId="267"/>
            <ac:picMk id="4" creationId="{B7D39A01-5C33-A51D-F90E-38347E122C13}"/>
          </ac:picMkLst>
        </pc:picChg>
        <pc:picChg chg="add del mod">
          <ac:chgData name="JEISA MATHEW" userId="05ebb031b9311ef8" providerId="LiveId" clId="{0B5BADA0-EADF-41A1-AAFD-3B897C5B0FA5}" dt="2026-09-04T09:12:38.004" v="1498"/>
          <ac:picMkLst>
            <pc:docMk/>
            <pc:sldMk cId="0" sldId="267"/>
            <ac:picMk id="5" creationId="{6ECFF636-FE23-663B-7D5A-9260B9CD7482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7"/>
            <ac:picMk id="12" creationId="{5D850498-2F54-4E27-3190-B0FE761E8783}"/>
          </ac:picMkLst>
        </pc:picChg>
        <pc:picChg chg="mod">
          <ac:chgData name="JEISA MATHEW" userId="05ebb031b9311ef8" providerId="LiveId" clId="{0B5BADA0-EADF-41A1-AAFD-3B897C5B0FA5}" dt="2026-08-31T10:46:00.086" v="1092" actId="14100"/>
          <ac:picMkLst>
            <pc:docMk/>
            <pc:sldMk cId="0" sldId="267"/>
            <ac:picMk id="36" creationId="{00000000-0000-0000-0000-000000000000}"/>
          </ac:picMkLst>
        </pc:picChg>
        <pc:picChg chg="add mod ord">
          <ac:chgData name="JEISA MATHEW" userId="05ebb031b9311ef8" providerId="LiveId" clId="{0B5BADA0-EADF-41A1-AAFD-3B897C5B0FA5}" dt="2026-08-30T17:48:44.483" v="489" actId="167"/>
          <ac:picMkLst>
            <pc:docMk/>
            <pc:sldMk cId="0" sldId="267"/>
            <ac:picMk id="46" creationId="{5DEC35BB-D11B-8D2E-63F1-2B5C60F2EE91}"/>
          </ac:picMkLst>
        </pc:picChg>
      </pc:sldChg>
      <pc:sldChg chg="del">
        <pc:chgData name="JEISA MATHEW" userId="05ebb031b9311ef8" providerId="LiveId" clId="{0B5BADA0-EADF-41A1-AAFD-3B897C5B0FA5}" dt="2026-08-30T17:47:23.024" v="475" actId="2696"/>
        <pc:sldMkLst>
          <pc:docMk/>
          <pc:sldMk cId="0" sldId="268"/>
        </pc:sldMkLst>
      </pc:sldChg>
      <pc:sldChg chg="addSp delSp modSp mod modTransition setBg modAnim">
        <pc:chgData name="JEISA MATHEW" userId="05ebb031b9311ef8" providerId="LiveId" clId="{0B5BADA0-EADF-41A1-AAFD-3B897C5B0FA5}" dt="2026-09-04T10:27:47.324" v="1923" actId="207"/>
        <pc:sldMkLst>
          <pc:docMk/>
          <pc:sldMk cId="0" sldId="269"/>
        </pc:sldMkLst>
        <pc:spChg chg="mod">
          <ac:chgData name="JEISA MATHEW" userId="05ebb031b9311ef8" providerId="LiveId" clId="{0B5BADA0-EADF-41A1-AAFD-3B897C5B0FA5}" dt="2026-09-04T10:27:47.324" v="1923" actId="207"/>
          <ac:spMkLst>
            <pc:docMk/>
            <pc:sldMk cId="0" sldId="269"/>
            <ac:spMk id="2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29.576" v="1338" actId="1076"/>
          <ac:spMkLst>
            <pc:docMk/>
            <pc:sldMk cId="0" sldId="269"/>
            <ac:spMk id="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38.089" v="1340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18.905" v="1336" actId="14100"/>
          <ac:spMkLst>
            <pc:docMk/>
            <pc:sldMk cId="0" sldId="269"/>
            <ac:spMk id="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1:29.889" v="502" actId="2711"/>
          <ac:spMkLst>
            <pc:docMk/>
            <pc:sldMk cId="0" sldId="269"/>
            <ac:spMk id="12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09.920" v="1335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1:29.889" v="502" actId="2711"/>
          <ac:spMkLst>
            <pc:docMk/>
            <pc:sldMk cId="0" sldId="269"/>
            <ac:spMk id="18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09.920" v="1335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09.920" v="1335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09.920" v="1335" actId="107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1:29.889" v="502" actId="2711"/>
          <ac:spMkLst>
            <pc:docMk/>
            <pc:sldMk cId="0" sldId="269"/>
            <ac:spMk id="36" creationId="{00000000-0000-0000-0000-000000000000}"/>
          </ac:spMkLst>
        </pc:spChg>
        <pc:spChg chg="mod">
          <ac:chgData name="JEISA MATHEW" userId="05ebb031b9311ef8" providerId="LiveId" clId="{0B5BADA0-EADF-41A1-AAFD-3B897C5B0FA5}" dt="2026-08-31T14:23:09.920" v="1335" actId="1076"/>
          <ac:spMkLst>
            <pc:docMk/>
            <pc:sldMk cId="0" sldId="269"/>
            <ac:spMk id="37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1:29.889" v="502" actId="2711"/>
          <ac:spMkLst>
            <pc:docMk/>
            <pc:sldMk cId="0" sldId="269"/>
            <ac:spMk id="43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2:38.004" v="1498"/>
          <ac:picMkLst>
            <pc:docMk/>
            <pc:sldMk cId="0" sldId="269"/>
            <ac:picMk id="3" creationId="{BCA4EBD4-0065-217E-704C-7E65FEA7106F}"/>
          </ac:picMkLst>
        </pc:picChg>
        <pc:picChg chg="mod">
          <ac:chgData name="JEISA MATHEW" userId="05ebb031b9311ef8" providerId="LiveId" clId="{0B5BADA0-EADF-41A1-AAFD-3B897C5B0FA5}" dt="2026-08-31T14:24:46.969" v="1352" actId="14100"/>
          <ac:picMkLst>
            <pc:docMk/>
            <pc:sldMk cId="0" sldId="269"/>
            <ac:picMk id="4" creationId="{00000000-0000-0000-0000-000000000000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69"/>
            <ac:picMk id="5" creationId="{82E3414B-07A6-AB37-07E4-719F7DCEAC33}"/>
          </ac:picMkLst>
        </pc:picChg>
        <pc:picChg chg="mod">
          <ac:chgData name="JEISA MATHEW" userId="05ebb031b9311ef8" providerId="LiveId" clId="{0B5BADA0-EADF-41A1-AAFD-3B897C5B0FA5}" dt="2026-08-31T14:21:57.280" v="1331" actId="14100"/>
          <ac:picMkLst>
            <pc:docMk/>
            <pc:sldMk cId="0" sldId="269"/>
            <ac:picMk id="10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21:15.839" v="1322" actId="14100"/>
          <ac:picMkLst>
            <pc:docMk/>
            <pc:sldMk cId="0" sldId="269"/>
            <ac:picMk id="16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22:02.072" v="1332" actId="14100"/>
          <ac:picMkLst>
            <pc:docMk/>
            <pc:sldMk cId="0" sldId="269"/>
            <ac:picMk id="22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24:44.627" v="1351" actId="14100"/>
          <ac:picMkLst>
            <pc:docMk/>
            <pc:sldMk cId="0" sldId="269"/>
            <ac:picMk id="2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1T14:22:13.145" v="1334" actId="14100"/>
          <ac:picMkLst>
            <pc:docMk/>
            <pc:sldMk cId="0" sldId="269"/>
            <ac:picMk id="34" creationId="{00000000-0000-0000-0000-000000000000}"/>
          </ac:picMkLst>
        </pc:picChg>
      </pc:sldChg>
      <pc:sldChg chg="addSp delSp modSp mod modTransition setBg modAnim">
        <pc:chgData name="JEISA MATHEW" userId="05ebb031b9311ef8" providerId="LiveId" clId="{0B5BADA0-EADF-41A1-AAFD-3B897C5B0FA5}" dt="2026-09-04T10:27:52.612" v="1924" actId="207"/>
        <pc:sldMkLst>
          <pc:docMk/>
          <pc:sldMk cId="0" sldId="270"/>
        </pc:sldMkLst>
        <pc:spChg chg="mod">
          <ac:chgData name="JEISA MATHEW" userId="05ebb031b9311ef8" providerId="LiveId" clId="{0B5BADA0-EADF-41A1-AAFD-3B897C5B0FA5}" dt="2026-09-04T10:27:52.612" v="1924" actId="207"/>
          <ac:spMkLst>
            <pc:docMk/>
            <pc:sldMk cId="0" sldId="270"/>
            <ac:spMk id="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1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2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7:13.219" v="557" actId="20577"/>
          <ac:spMkLst>
            <pc:docMk/>
            <pc:sldMk cId="0" sldId="270"/>
            <ac:spMk id="26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30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31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34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6:28.958" v="551" actId="2711"/>
          <ac:spMkLst>
            <pc:docMk/>
            <pc:sldMk cId="0" sldId="270"/>
            <ac:spMk id="35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9:36.702" v="595" actId="14100"/>
          <ac:spMkLst>
            <pc:docMk/>
            <pc:sldMk cId="0" sldId="270"/>
            <ac:spMk id="38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8:07.429" v="580" actId="1076"/>
          <ac:spMkLst>
            <pc:docMk/>
            <pc:sldMk cId="0" sldId="270"/>
            <ac:spMk id="39" creationId="{00000000-0000-0000-0000-000000000000}"/>
          </ac:spMkLst>
        </pc:spChg>
        <pc:spChg chg="mod">
          <ac:chgData name="JEISA MATHEW" userId="05ebb031b9311ef8" providerId="LiveId" clId="{0B5BADA0-EADF-41A1-AAFD-3B897C5B0FA5}" dt="2026-08-30T17:57:31.481" v="560" actId="20577"/>
          <ac:spMkLst>
            <pc:docMk/>
            <pc:sldMk cId="0" sldId="270"/>
            <ac:spMk id="43" creationId="{00000000-0000-0000-0000-000000000000}"/>
          </ac:spMkLst>
        </pc:spChg>
        <pc:spChg chg="add mod">
          <ac:chgData name="JEISA MATHEW" userId="05ebb031b9311ef8" providerId="LiveId" clId="{0B5BADA0-EADF-41A1-AAFD-3B897C5B0FA5}" dt="2026-08-30T18:00:16.477" v="604" actId="1076"/>
          <ac:spMkLst>
            <pc:docMk/>
            <pc:sldMk cId="0" sldId="270"/>
            <ac:spMk id="57" creationId="{15D1A5CB-4353-6C5E-EBAD-C3C89C807521}"/>
          </ac:spMkLst>
        </pc:spChg>
        <pc:picChg chg="add mod ord">
          <ac:chgData name="JEISA MATHEW" userId="05ebb031b9311ef8" providerId="LiveId" clId="{0B5BADA0-EADF-41A1-AAFD-3B897C5B0FA5}" dt="2026-08-31T10:47:33.446" v="1099" actId="167"/>
          <ac:picMkLst>
            <pc:docMk/>
            <pc:sldMk cId="0" sldId="270"/>
            <ac:picMk id="2" creationId="{F4D7A3B3-0ADB-7043-FE71-55828987C570}"/>
          </ac:picMkLst>
        </pc:picChg>
        <pc:picChg chg="add del mod">
          <ac:chgData name="JEISA MATHEW" userId="05ebb031b9311ef8" providerId="LiveId" clId="{0B5BADA0-EADF-41A1-AAFD-3B897C5B0FA5}" dt="2026-09-04T09:12:38.004" v="1498"/>
          <ac:picMkLst>
            <pc:docMk/>
            <pc:sldMk cId="0" sldId="270"/>
            <ac:picMk id="3" creationId="{008760DD-375C-5A3E-FB45-202967E4922E}"/>
          </ac:picMkLst>
        </pc:picChg>
        <pc:picChg chg="add del mod">
          <ac:chgData name="JEISA MATHEW" userId="05ebb031b9311ef8" providerId="LiveId" clId="{0B5BADA0-EADF-41A1-AAFD-3B897C5B0FA5}" dt="2026-09-04T09:13:51.827" v="1503"/>
          <ac:picMkLst>
            <pc:docMk/>
            <pc:sldMk cId="0" sldId="270"/>
            <ac:picMk id="4" creationId="{AE9EC7D4-B648-1E62-ADE9-CAB15EA119C1}"/>
          </ac:picMkLst>
        </pc:picChg>
        <pc:picChg chg="ord">
          <ac:chgData name="JEISA MATHEW" userId="05ebb031b9311ef8" providerId="LiveId" clId="{0B5BADA0-EADF-41A1-AAFD-3B897C5B0FA5}" dt="2026-08-31T10:47:51.749" v="1101" actId="167"/>
          <ac:picMkLst>
            <pc:docMk/>
            <pc:sldMk cId="0" sldId="270"/>
            <ac:picMk id="8" creationId="{00000000-0000-0000-0000-000000000000}"/>
          </ac:picMkLst>
        </pc:picChg>
        <pc:picChg chg="mod">
          <ac:chgData name="JEISA MATHEW" userId="05ebb031b9311ef8" providerId="LiveId" clId="{0B5BADA0-EADF-41A1-AAFD-3B897C5B0FA5}" dt="2026-08-30T18:04:01.917" v="630" actId="14100"/>
          <ac:picMkLst>
            <pc:docMk/>
            <pc:sldMk cId="0" sldId="270"/>
            <ac:picMk id="21" creationId="{00000000-0000-0000-0000-000000000000}"/>
          </ac:picMkLst>
        </pc:picChg>
        <pc:picChg chg="add del mod ord">
          <ac:chgData name="JEISA MATHEW" userId="05ebb031b9311ef8" providerId="LiveId" clId="{0B5BADA0-EADF-41A1-AAFD-3B897C5B0FA5}" dt="2026-08-31T14:25:16.251" v="1354" actId="478"/>
          <ac:picMkLst>
            <pc:docMk/>
            <pc:sldMk cId="0" sldId="270"/>
            <ac:picMk id="52" creationId="{A1B56752-7D7C-B8EF-6AE6-524F365E9B14}"/>
          </ac:picMkLst>
        </pc:picChg>
      </pc:sldChg>
      <pc:sldChg chg="del">
        <pc:chgData name="JEISA MATHEW" userId="05ebb031b9311ef8" providerId="LiveId" clId="{0B5BADA0-EADF-41A1-AAFD-3B897C5B0FA5}" dt="2026-08-30T18:01:21.809" v="605" actId="2696"/>
        <pc:sldMkLst>
          <pc:docMk/>
          <pc:sldMk cId="0" sldId="271"/>
        </pc:sldMkLst>
      </pc:sldChg>
      <pc:sldChg chg="del">
        <pc:chgData name="JEISA MATHEW" userId="05ebb031b9311ef8" providerId="LiveId" clId="{0B5BADA0-EADF-41A1-AAFD-3B897C5B0FA5}" dt="2026-08-30T18:01:21.809" v="605" actId="2696"/>
        <pc:sldMkLst>
          <pc:docMk/>
          <pc:sldMk cId="0" sldId="272"/>
        </pc:sldMkLst>
      </pc:sldChg>
      <pc:sldChg chg="addSp delSp modSp mod modTransition setBg modAnim">
        <pc:chgData name="JEISA MATHEW" userId="05ebb031b9311ef8" providerId="LiveId" clId="{0B5BADA0-EADF-41A1-AAFD-3B897C5B0FA5}" dt="2026-09-04T10:23:14.369" v="1841" actId="14100"/>
        <pc:sldMkLst>
          <pc:docMk/>
          <pc:sldMk cId="0" sldId="273"/>
        </pc:sldMkLst>
        <pc:spChg chg="add del mod">
          <ac:chgData name="JEISA MATHEW" userId="05ebb031b9311ef8" providerId="LiveId" clId="{0B5BADA0-EADF-41A1-AAFD-3B897C5B0FA5}" dt="2026-09-04T10:22:41.446" v="1836" actId="478"/>
          <ac:spMkLst>
            <pc:docMk/>
            <pc:sldMk cId="0" sldId="273"/>
            <ac:spMk id="5" creationId="{00000000-0000-0000-0000-000000000000}"/>
          </ac:spMkLst>
        </pc:spChg>
        <pc:spChg chg="add del mod">
          <ac:chgData name="JEISA MATHEW" userId="05ebb031b9311ef8" providerId="LiveId" clId="{0B5BADA0-EADF-41A1-AAFD-3B897C5B0FA5}" dt="2026-09-04T10:22:33.235" v="1832" actId="207"/>
          <ac:spMkLst>
            <pc:docMk/>
            <pc:sldMk cId="0" sldId="273"/>
            <ac:spMk id="6" creationId="{00000000-0000-0000-0000-000000000000}"/>
          </ac:spMkLst>
        </pc:spChg>
        <pc:picChg chg="add del mod">
          <ac:chgData name="JEISA MATHEW" userId="05ebb031b9311ef8" providerId="LiveId" clId="{0B5BADA0-EADF-41A1-AAFD-3B897C5B0FA5}" dt="2026-09-04T09:12:38.004" v="1498"/>
          <ac:picMkLst>
            <pc:docMk/>
            <pc:sldMk cId="0" sldId="273"/>
            <ac:picMk id="2" creationId="{170FF3C0-3553-A82F-3C68-56A63ECC8FB9}"/>
          </ac:picMkLst>
        </pc:picChg>
        <pc:picChg chg="add del mod">
          <ac:chgData name="JEISA MATHEW" userId="05ebb031b9311ef8" providerId="LiveId" clId="{0B5BADA0-EADF-41A1-AAFD-3B897C5B0FA5}" dt="2026-09-04T09:13:48.616" v="1502"/>
          <ac:picMkLst>
            <pc:docMk/>
            <pc:sldMk cId="0" sldId="273"/>
            <ac:picMk id="3" creationId="{32FBE0A2-D894-082B-BAEF-79D9F72EB812}"/>
          </ac:picMkLst>
        </pc:picChg>
        <pc:picChg chg="add del mod ord">
          <ac:chgData name="JEISA MATHEW" userId="05ebb031b9311ef8" providerId="LiveId" clId="{0B5BADA0-EADF-41A1-AAFD-3B897C5B0FA5}" dt="2026-09-04T10:23:14.369" v="1841" actId="14100"/>
          <ac:picMkLst>
            <pc:docMk/>
            <pc:sldMk cId="0" sldId="273"/>
            <ac:picMk id="4" creationId="{BFEB9DC7-4437-CB55-3972-30FDD6F7A765}"/>
          </ac:picMkLst>
        </pc:picChg>
      </pc:sldChg>
      <pc:sldChg chg="add del">
        <pc:chgData name="JEISA MATHEW" userId="05ebb031b9311ef8" providerId="LiveId" clId="{0B5BADA0-EADF-41A1-AAFD-3B897C5B0FA5}" dt="2026-08-31T09:47:48.521" v="747" actId="2696"/>
        <pc:sldMkLst>
          <pc:docMk/>
          <pc:sldMk cId="506884945" sldId="274"/>
        </pc:sldMkLst>
      </pc:sldChg>
      <pc:sldChg chg="addSp modSp new del mod">
        <pc:chgData name="JEISA MATHEW" userId="05ebb031b9311ef8" providerId="LiveId" clId="{0B5BADA0-EADF-41A1-AAFD-3B897C5B0FA5}" dt="2026-08-31T09:47:42.227" v="746" actId="2696"/>
        <pc:sldMkLst>
          <pc:docMk/>
          <pc:sldMk cId="36058998" sldId="275"/>
        </pc:sldMkLst>
      </pc:sldChg>
      <pc:sldMasterChg chg="setBg modSldLayout">
        <pc:chgData name="JEISA MATHEW" userId="05ebb031b9311ef8" providerId="LiveId" clId="{0B5BADA0-EADF-41A1-AAFD-3B897C5B0FA5}" dt="2026-09-04T10:26:35.848" v="1910"/>
        <pc:sldMasterMkLst>
          <pc:docMk/>
          <pc:sldMasterMk cId="0" sldId="2147483648"/>
        </pc:sldMasterMkLst>
        <pc:sldLayoutChg chg="setBg">
          <pc:chgData name="JEISA MATHEW" userId="05ebb031b9311ef8" providerId="LiveId" clId="{0B5BADA0-EADF-41A1-AAFD-3B897C5B0FA5}" dt="2026-09-04T10:26:35.848" v="1910"/>
          <pc:sldLayoutMkLst>
            <pc:docMk/>
            <pc:sldMasterMk cId="0" sldId="2147483648"/>
            <pc:sldLayoutMk cId="0" sldId="214748364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9895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F9BDF0"/>
            </a:gs>
            <a:gs pos="100000">
              <a:srgbClr val="FA9CED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avif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svg"/><Relationship Id="rId3" Type="http://schemas.openxmlformats.org/officeDocument/2006/relationships/image" Target="../media/image45.png"/><Relationship Id="rId7" Type="http://schemas.openxmlformats.org/officeDocument/2006/relationships/image" Target="../media/image49.svg"/><Relationship Id="rId12" Type="http://schemas.openxmlformats.org/officeDocument/2006/relationships/image" Target="../media/image5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sv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4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9" Type="http://schemas.openxmlformats.org/officeDocument/2006/relationships/image" Target="../media/image61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57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57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57.png"/><Relationship Id="rId7" Type="http://schemas.openxmlformats.org/officeDocument/2006/relationships/image" Target="../media/image88.png"/><Relationship Id="rId12" Type="http://schemas.openxmlformats.org/officeDocument/2006/relationships/image" Target="../media/image9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7.png"/><Relationship Id="rId11" Type="http://schemas.openxmlformats.org/officeDocument/2006/relationships/image" Target="../media/image92.png"/><Relationship Id="rId5" Type="http://schemas.openxmlformats.org/officeDocument/2006/relationships/image" Target="../media/image86.png"/><Relationship Id="rId10" Type="http://schemas.openxmlformats.org/officeDocument/2006/relationships/image" Target="../media/image91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8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100.png"/><Relationship Id="rId10" Type="http://schemas.openxmlformats.org/officeDocument/2006/relationships/image" Target="../media/image104.png"/><Relationship Id="rId4" Type="http://schemas.openxmlformats.org/officeDocument/2006/relationships/image" Target="../media/image99.png"/><Relationship Id="rId9" Type="http://schemas.openxmlformats.org/officeDocument/2006/relationships/image" Target="../media/image10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B0BB61-F580-040D-FFE5-B044B824C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04825" y="447675"/>
            <a:ext cx="9959788" cy="178117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kern="0" spc="-1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EV INDUSTRY </a:t>
            </a:r>
            <a:r>
              <a:rPr lang="en-US" sz="4400" b="1" kern="0" spc="-11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CHARGING</a:t>
            </a:r>
            <a:r>
              <a:rPr lang="en-US" sz="4400" b="1" kern="0" spc="-1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 RECOMMENDATION DASHBOARD</a:t>
            </a:r>
            <a:endParaRPr lang="en-US" sz="44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Image 0" descr="preencoded.png">
            <a:extLst>
              <a:ext uri="{FF2B5EF4-FFF2-40B4-BE49-F238E27FC236}">
                <a16:creationId xmlns:a16="http://schemas.microsoft.com/office/drawing/2014/main" id="{B74D83A4-F8BF-595E-2DE2-E923B379F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64" y="3684494"/>
            <a:ext cx="4211172" cy="19525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3" name="Image 0" descr="preencoded.png">
            <a:extLst>
              <a:ext uri="{FF2B5EF4-FFF2-40B4-BE49-F238E27FC236}">
                <a16:creationId xmlns:a16="http://schemas.microsoft.com/office/drawing/2014/main" id="{2BB81A31-293A-14A3-9DFB-383F70C4E1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75" y="3701942"/>
            <a:ext cx="4981575" cy="19525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8D9B0E85-E98B-28D8-9B98-C35C9C579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5476" y="1224171"/>
            <a:ext cx="4981575" cy="1952521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 0"/>
          <p:cNvSpPr txBox="1"/>
          <p:nvPr/>
        </p:nvSpPr>
        <p:spPr>
          <a:xfrm>
            <a:off x="533400" y="457200"/>
            <a:ext cx="2005519" cy="5542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200" b="1" kern="0" spc="-4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AGENDA</a:t>
            </a:r>
            <a:endParaRPr lang="en-US" sz="32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1" y="1220985"/>
            <a:ext cx="4370294" cy="19525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5" name="Text 1"/>
          <p:cNvSpPr txBox="1"/>
          <p:nvPr/>
        </p:nvSpPr>
        <p:spPr>
          <a:xfrm>
            <a:off x="781050" y="1458508"/>
            <a:ext cx="625719" cy="1482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PART 1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781050" y="1701998"/>
            <a:ext cx="498157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BUSINESS CONTEXT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81051" y="1969496"/>
            <a:ext cx="3581400" cy="10246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>
              <a:lnSpc>
                <a:spcPts val="1418"/>
              </a:lnSpc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1. Industry &amp; Company Examples</a:t>
            </a:r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2. Business Background </a:t>
            </a:r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3. Business Problem </a:t>
            </a:r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4. Why Existing Fail </a:t>
            </a:r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5. Business Impact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6429375" y="1397199"/>
            <a:ext cx="68262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PART 2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2" name="Text 7"/>
          <p:cNvSpPr txBox="1"/>
          <p:nvPr/>
        </p:nvSpPr>
        <p:spPr>
          <a:xfrm>
            <a:off x="6429375" y="1701998"/>
            <a:ext cx="498157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PROBLEM DEFINITION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6638925" y="2073473"/>
            <a:ext cx="4772025" cy="1704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6. Problem Statement: Build Excel Recommendation Dashboard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6638925" y="2291507"/>
            <a:ext cx="4772025" cy="17040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7. Business Objectives: Reduce search &lt;2 min, 0% stranded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781050" y="3832325"/>
            <a:ext cx="782027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PART 3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781050" y="4137124"/>
            <a:ext cx="4981575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SOLUTION DESIGN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781050" y="4508598"/>
            <a:ext cx="4981575" cy="105848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8. Functional Requirements </a:t>
            </a:r>
          </a:p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9. Non-Functional Requirements &amp; Data Required</a:t>
            </a:r>
          </a:p>
          <a:p>
            <a:pPr>
              <a:lnSpc>
                <a:spcPts val="1418"/>
              </a:lnSpc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10. Tech Stack: Excel Tables + Named Ranges + Haversine</a:t>
            </a:r>
            <a:endParaRPr lang="en-US" sz="1050" dirty="0">
              <a:latin typeface="Arial Rounded MT Bold" panose="020F0704030504030204" pitchFamily="34" charset="0"/>
            </a:endParaRPr>
          </a:p>
          <a:p>
            <a:pPr marL="0" indent="0" algn="l">
              <a:lnSpc>
                <a:spcPts val="1418"/>
              </a:lnSpc>
              <a:buNone/>
            </a:pP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6"/>
          <p:cNvSpPr txBox="1"/>
          <p:nvPr/>
        </p:nvSpPr>
        <p:spPr>
          <a:xfrm>
            <a:off x="6429375" y="3894237"/>
            <a:ext cx="68262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PART 4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7"/>
          <p:cNvSpPr txBox="1"/>
          <p:nvPr/>
        </p:nvSpPr>
        <p:spPr>
          <a:xfrm>
            <a:off x="6429375" y="4176265"/>
            <a:ext cx="4981575" cy="2751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IMPACT &amp; DELIVERABLES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6638925" y="4499074"/>
            <a:ext cx="3527051" cy="17993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11. KPIs: Reachable 25.0%, Avg Distance Top5 29.9km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6638925" y="4717107"/>
            <a:ext cx="4298016" cy="4871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12. Business Outcome: Load balancing, CSAT up &amp;  Deliverables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 descr="preencoded.png">
            <a:extLst>
              <a:ext uri="{FF2B5EF4-FFF2-40B4-BE49-F238E27FC236}">
                <a16:creationId xmlns:a16="http://schemas.microsoft.com/office/drawing/2014/main" id="{752F01E0-5F19-BCBA-206B-F32698E1AB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616" y="1068586"/>
            <a:ext cx="5467350" cy="50464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 0"/>
          <p:cNvSpPr txBox="1"/>
          <p:nvPr/>
        </p:nvSpPr>
        <p:spPr>
          <a:xfrm>
            <a:off x="533400" y="457200"/>
            <a:ext cx="11125200" cy="41636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1. INDUSTRY &amp; </a:t>
            </a:r>
            <a:r>
              <a:rPr lang="en-US" sz="3600" b="1" kern="0" spc="-72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COMPANY</a:t>
            </a:r>
            <a:r>
              <a:rPr lang="en-US" sz="3600" b="1" kern="0" spc="-7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 EXAMPLES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97" y="1068586"/>
            <a:ext cx="5467350" cy="5046464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" name="Text 1"/>
          <p:cNvSpPr txBox="1"/>
          <p:nvPr/>
        </p:nvSpPr>
        <p:spPr>
          <a:xfrm>
            <a:off x="819150" y="1363861"/>
            <a:ext cx="4895850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1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POINT 1 — INDUSTRY FOCUS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819150" y="1663899"/>
            <a:ext cx="4895850" cy="76792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kern="0" spc="-29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EV INDUSTRY / E-MOBILITY INFRASTRUCTURE — CHARGING OPTIMIZATION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84" y="3154911"/>
            <a:ext cx="1555700" cy="836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 3"/>
          <p:cNvSpPr txBox="1"/>
          <p:nvPr/>
        </p:nvSpPr>
        <p:spPr>
          <a:xfrm>
            <a:off x="1028700" y="3284636"/>
            <a:ext cx="1269950" cy="2884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0066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$113B</a:t>
            </a:r>
            <a:endParaRPr lang="en-US" sz="2400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1028700" y="3608487"/>
            <a:ext cx="1269950" cy="259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50"/>
              </a:spcBef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Indian market by 2029 — CAGR 49%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0897" y="3147566"/>
            <a:ext cx="1555849" cy="836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 5"/>
          <p:cNvSpPr txBox="1"/>
          <p:nvPr/>
        </p:nvSpPr>
        <p:spPr>
          <a:xfrm>
            <a:off x="2698700" y="3284636"/>
            <a:ext cx="1270099" cy="2884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0066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1,548</a:t>
            </a:r>
            <a:endParaRPr lang="en-US" sz="2400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2698700" y="3608487"/>
            <a:ext cx="1270099" cy="259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50"/>
              </a:spcBef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Raw dataset stations • 12K+ nationally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047" y="3147566"/>
            <a:ext cx="1555700" cy="83638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 7"/>
          <p:cNvSpPr txBox="1"/>
          <p:nvPr/>
        </p:nvSpPr>
        <p:spPr>
          <a:xfrm>
            <a:off x="4368850" y="3284636"/>
            <a:ext cx="1269950" cy="28846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0066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68%</a:t>
            </a:r>
            <a:endParaRPr lang="en-US" sz="2400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4368850" y="3608487"/>
            <a:ext cx="1269950" cy="2594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0"/>
              </a:lnSpc>
              <a:spcBef>
                <a:spcPts val="150"/>
              </a:spcBef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Users cite range anxiety #1 barrier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897" y="4629298"/>
            <a:ext cx="266700" cy="2524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120273" y="4638824"/>
            <a:ext cx="4576474" cy="1151378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Problem cluster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Station discovery &amp; utilization imbalance, not just availability.</a:t>
            </a:r>
          </a:p>
          <a:p>
            <a:pPr marL="0" indent="0" algn="l">
              <a:lnSpc>
                <a:spcPts val="1418"/>
              </a:lnSpc>
              <a:buNone/>
            </a:pPr>
            <a:endParaRPr lang="en-US" sz="1050" dirty="0">
              <a:latin typeface="Arial Rounded MT Bold" panose="020F0704030504030204" pitchFamily="34" charset="0"/>
            </a:endParaRPr>
          </a:p>
          <a:p>
            <a:pPr marL="0" indent="0" algn="l">
              <a:lnSpc>
                <a:spcPts val="1418"/>
              </a:lnSpc>
              <a:buNone/>
            </a:pPr>
            <a:endParaRPr lang="en-US" sz="1050" dirty="0">
              <a:latin typeface="Arial Rounded MT Bold" panose="020F0704030504030204" pitchFamily="34" charset="0"/>
            </a:endParaRPr>
          </a:p>
          <a:p>
            <a:pPr>
              <a:lnSpc>
                <a:spcPts val="1418"/>
              </a:lnSpc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*CAGR – Compound Annual Growth Rate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6477000" y="1363861"/>
            <a:ext cx="4895850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1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POINT 2 — COMPANY EXAMPLES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6477000" y="1663898"/>
            <a:ext cx="4895850" cy="52453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kern="0" spc="-29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CPOS FACING SAME DISCOVERY </a:t>
            </a:r>
          </a:p>
          <a:p>
            <a:pPr marL="0" indent="0" algn="l">
              <a:lnSpc>
                <a:spcPts val="1950"/>
              </a:lnSpc>
              <a:buNone/>
            </a:pPr>
            <a:r>
              <a:rPr lang="en-US" sz="1950" b="1" kern="0" spc="-29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&amp; LOAD PROBLEM</a:t>
            </a:r>
            <a:endParaRPr lang="en-US" sz="1950" dirty="0">
              <a:latin typeface="Arial Rounded MT Bold" panose="020F0704030504030204" pitchFamily="34" charset="0"/>
            </a:endParaRPr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5617" y="2877145"/>
            <a:ext cx="2197447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5" name="Text 15"/>
          <p:cNvSpPr txBox="1"/>
          <p:nvPr/>
        </p:nvSpPr>
        <p:spPr>
          <a:xfrm>
            <a:off x="6559442" y="2962869"/>
            <a:ext cx="1949797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Tata Power EZ Charge 5K+ stations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09264" y="2877145"/>
            <a:ext cx="587722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7" name="Text 16"/>
          <p:cNvSpPr txBox="1"/>
          <p:nvPr/>
        </p:nvSpPr>
        <p:spPr>
          <a:xfrm>
            <a:off x="8833089" y="2962869"/>
            <a:ext cx="340072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Statiq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73187" y="2877145"/>
            <a:ext cx="903238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9" name="Text 17"/>
          <p:cNvSpPr txBox="1"/>
          <p:nvPr/>
        </p:nvSpPr>
        <p:spPr>
          <a:xfrm>
            <a:off x="9497012" y="2962869"/>
            <a:ext cx="655588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ChargeZone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352624" y="2877145"/>
            <a:ext cx="815876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1" name="Text 18"/>
          <p:cNvSpPr txBox="1"/>
          <p:nvPr/>
        </p:nvSpPr>
        <p:spPr>
          <a:xfrm>
            <a:off x="10476449" y="2962869"/>
            <a:ext cx="568226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Bolt.Earth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5617" y="3262907"/>
            <a:ext cx="820936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3" name="Text 19"/>
          <p:cNvSpPr txBox="1"/>
          <p:nvPr/>
        </p:nvSpPr>
        <p:spPr>
          <a:xfrm>
            <a:off x="6559442" y="3348631"/>
            <a:ext cx="573286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Ather Grid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332753" y="3262907"/>
            <a:ext cx="518220" cy="29297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35" name="Text 20"/>
          <p:cNvSpPr txBox="1"/>
          <p:nvPr/>
        </p:nvSpPr>
        <p:spPr>
          <a:xfrm>
            <a:off x="7456578" y="3348631"/>
            <a:ext cx="270570" cy="13972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Zeon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617" y="3820119"/>
            <a:ext cx="266700" cy="252408"/>
          </a:xfrm>
          <a:prstGeom prst="rect">
            <a:avLst/>
          </a:prstGeom>
        </p:spPr>
      </p:pic>
      <p:sp>
        <p:nvSpPr>
          <p:cNvPr id="37" name="Text 21"/>
          <p:cNvSpPr txBox="1"/>
          <p:nvPr/>
        </p:nvSpPr>
        <p:spPr>
          <a:xfrm>
            <a:off x="6528486" y="3879352"/>
            <a:ext cx="173831" cy="1963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8" name="Text 22"/>
          <p:cNvSpPr txBox="1"/>
          <p:nvPr/>
        </p:nvSpPr>
        <p:spPr>
          <a:xfrm>
            <a:off x="6797567" y="3829645"/>
            <a:ext cx="4533900" cy="3315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Tata Power EZ Charge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Shows availability but no personalized score — no battery-on-arrival calc.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pic>
        <p:nvPicPr>
          <p:cNvPr id="39" name="Image 14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35617" y="4265710"/>
            <a:ext cx="266700" cy="252408"/>
          </a:xfrm>
          <a:prstGeom prst="rect">
            <a:avLst/>
          </a:prstGeom>
        </p:spPr>
      </p:pic>
      <p:sp>
        <p:nvSpPr>
          <p:cNvPr id="40" name="Text 23"/>
          <p:cNvSpPr txBox="1"/>
          <p:nvPr/>
        </p:nvSpPr>
        <p:spPr>
          <a:xfrm>
            <a:off x="6528932" y="4324944"/>
            <a:ext cx="173385" cy="1963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41" name="Text 24"/>
          <p:cNvSpPr txBox="1"/>
          <p:nvPr/>
        </p:nvSpPr>
        <p:spPr>
          <a:xfrm>
            <a:off x="6797567" y="4275236"/>
            <a:ext cx="4533900" cy="3315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Statiq + ChargeZone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Real-time status, but ignores user's current battery %, range, queue fusion.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pic>
        <p:nvPicPr>
          <p:cNvPr id="42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35617" y="4711302"/>
            <a:ext cx="266700" cy="252408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6526997" y="4770535"/>
            <a:ext cx="175320" cy="19634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44" name="Text 26"/>
          <p:cNvSpPr txBox="1"/>
          <p:nvPr/>
        </p:nvSpPr>
        <p:spPr>
          <a:xfrm>
            <a:off x="6797567" y="4720828"/>
            <a:ext cx="4533900" cy="3315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Common gap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All show distance only — need weighted Distance (40%) + Queue (30%) + Battery (30%)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0350" y="5285386"/>
            <a:ext cx="4895850" cy="50481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6" name="Text 27"/>
          <p:cNvSpPr txBox="1"/>
          <p:nvPr/>
        </p:nvSpPr>
        <p:spPr>
          <a:xfrm>
            <a:off x="6702317" y="5384545"/>
            <a:ext cx="4629150" cy="30649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9021"/>
              </a:spcBef>
              <a:buNone/>
            </a:pPr>
            <a:r>
              <a:rPr lang="en-US" sz="9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Our Excel solves exact gap for all CPOs: pure formula MVP before investing in APIs.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1003102"/>
            <a:ext cx="6024564" cy="93345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26" y="2177950"/>
            <a:ext cx="6024563" cy="27435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 0"/>
          <p:cNvSpPr txBox="1"/>
          <p:nvPr/>
        </p:nvSpPr>
        <p:spPr>
          <a:xfrm>
            <a:off x="533400" y="309563"/>
            <a:ext cx="11125200" cy="433387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450" b="1" kern="0" spc="-34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2. BUSINESS BACKGROUND</a:t>
            </a:r>
            <a:endParaRPr lang="en-US" sz="3450" dirty="0">
              <a:latin typeface="Arial Rounded MT Bold" panose="020F0704030504030204" pitchFamily="34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704850" y="1155502"/>
            <a:ext cx="2612231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0066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1,548+</a:t>
            </a:r>
            <a:endParaRPr lang="en-US" sz="2400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04850" y="1498402"/>
            <a:ext cx="2612231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Stations in raw dataset • 12K+ nationally • State spread 28 states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774281" y="1155502"/>
            <a:ext cx="2612231" cy="3048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FF0066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170% YoY</a:t>
            </a:r>
            <a:endParaRPr lang="en-US" sz="2400" dirty="0">
              <a:solidFill>
                <a:srgbClr val="FF0066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3774281" y="1498402"/>
            <a:ext cx="2612231" cy="28575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EV adoption surge, but 68% cite range anxiety #1 barrier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000125" y="2310258"/>
            <a:ext cx="3819525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-2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CURRENT DRIVER JOURNEY = BROKEN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857250" y="2708077"/>
            <a:ext cx="1215926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🔋 Low Battery (20%)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2263676" y="2674739"/>
            <a:ext cx="1714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2625626" y="2708077"/>
            <a:ext cx="804863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🗺️ Open Maps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0"/>
          <p:cNvSpPr txBox="1"/>
          <p:nvPr/>
        </p:nvSpPr>
        <p:spPr>
          <a:xfrm>
            <a:off x="3620988" y="2674739"/>
            <a:ext cx="1714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20" name="Text 11"/>
          <p:cNvSpPr txBox="1"/>
          <p:nvPr/>
        </p:nvSpPr>
        <p:spPr>
          <a:xfrm>
            <a:off x="3982938" y="2708077"/>
            <a:ext cx="1027509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📍 See 10 stations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5200948" y="2674739"/>
            <a:ext cx="1714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3"/>
          <p:cNvSpPr txBox="1"/>
          <p:nvPr/>
        </p:nvSpPr>
        <p:spPr>
          <a:xfrm>
            <a:off x="857250" y="3108127"/>
            <a:ext cx="2706142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❓ Which one? No queue / no battery-on-arrival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4"/>
          <p:cNvSpPr txBox="1"/>
          <p:nvPr/>
        </p:nvSpPr>
        <p:spPr>
          <a:xfrm>
            <a:off x="783580" y="3874889"/>
            <a:ext cx="216545" cy="21431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📍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1123950" y="3822502"/>
            <a:ext cx="5243513" cy="68460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Our dataset — Karnataka focused, Mangalore demo:</a:t>
            </a: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EVRawDataset lat/long validated, EVCleanedDataset adds Distance via Haversine 6371*ACOS(), Queue = MOD(ROW*7,10), Battery Arrival = MAX(0,70 - Dist/300*100). MyLat 12.9090 • MyLong 74.8359 • MyCity Named Range.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pic>
        <p:nvPicPr>
          <p:cNvPr id="28" name="Image 10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15089" y="742950"/>
            <a:ext cx="4967361" cy="5688330"/>
          </a:xfrm>
          <a:prstGeom prst="rect">
            <a:avLst/>
          </a:prstGeom>
        </p:spPr>
      </p:pic>
      <p:pic>
        <p:nvPicPr>
          <p:cNvPr id="30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7488" y="4251007"/>
            <a:ext cx="4624388" cy="16240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31" name="Text 16"/>
          <p:cNvSpPr txBox="1"/>
          <p:nvPr/>
        </p:nvSpPr>
        <p:spPr>
          <a:xfrm>
            <a:off x="7329488" y="4341495"/>
            <a:ext cx="2822154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MANGALORE • LIVE DEMO CITY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32" name="Image 1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42265" y="4343876"/>
            <a:ext cx="887760" cy="252413"/>
          </a:xfrm>
          <a:prstGeom prst="rect">
            <a:avLst/>
          </a:prstGeom>
        </p:spPr>
      </p:pic>
      <p:sp>
        <p:nvSpPr>
          <p:cNvPr id="33" name="Text 17"/>
          <p:cNvSpPr txBox="1"/>
          <p:nvPr/>
        </p:nvSpPr>
        <p:spPr>
          <a:xfrm>
            <a:off x="10837515" y="4401026"/>
            <a:ext cx="697260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solidFill>
                  <a:schemeClr val="bg1"/>
                </a:solidFill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12.9N, 74.8E</a:t>
            </a:r>
            <a:endParaRPr lang="en-US" sz="825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4" name="Image 1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9488" y="4674870"/>
            <a:ext cx="1382613" cy="1004887"/>
          </a:xfrm>
          <a:prstGeom prst="rect">
            <a:avLst/>
          </a:prstGeom>
        </p:spPr>
      </p:pic>
      <p:sp>
        <p:nvSpPr>
          <p:cNvPr id="36" name="Text 18"/>
          <p:cNvSpPr txBox="1"/>
          <p:nvPr/>
        </p:nvSpPr>
        <p:spPr>
          <a:xfrm>
            <a:off x="7539038" y="4865370"/>
            <a:ext cx="963513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Mescom Surathkal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37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4263" y="5136832"/>
            <a:ext cx="1173063" cy="457200"/>
          </a:xfrm>
          <a:prstGeom prst="rect">
            <a:avLst/>
          </a:prstGeom>
        </p:spPr>
      </p:pic>
      <p:sp>
        <p:nvSpPr>
          <p:cNvPr id="38" name="Text 19"/>
          <p:cNvSpPr txBox="1"/>
          <p:nvPr/>
        </p:nvSpPr>
        <p:spPr>
          <a:xfrm>
            <a:off x="7539038" y="5241607"/>
            <a:ext cx="963513" cy="2667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Nearest 11.4 km Score 89.68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pic>
        <p:nvPicPr>
          <p:cNvPr id="39" name="Image 1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88301" y="4674870"/>
            <a:ext cx="1382762" cy="1004887"/>
          </a:xfrm>
          <a:prstGeom prst="rect">
            <a:avLst/>
          </a:prstGeom>
        </p:spPr>
      </p:pic>
      <p:sp>
        <p:nvSpPr>
          <p:cNvPr id="41" name="Text 20"/>
          <p:cNvSpPr txBox="1"/>
          <p:nvPr/>
        </p:nvSpPr>
        <p:spPr>
          <a:xfrm>
            <a:off x="8997851" y="4865370"/>
            <a:ext cx="963662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70% Battery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42" name="Image 1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93076" y="5136832"/>
            <a:ext cx="1173212" cy="314325"/>
          </a:xfrm>
          <a:prstGeom prst="rect">
            <a:avLst/>
          </a:prstGeom>
        </p:spPr>
      </p:pic>
      <p:sp>
        <p:nvSpPr>
          <p:cNvPr id="43" name="Text 21"/>
          <p:cNvSpPr txBox="1"/>
          <p:nvPr/>
        </p:nvSpPr>
        <p:spPr>
          <a:xfrm>
            <a:off x="8997851" y="5241607"/>
            <a:ext cx="96366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Dash + Phone sync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pic>
        <p:nvPicPr>
          <p:cNvPr id="44" name="Image 20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7263" y="4674870"/>
            <a:ext cx="1382762" cy="1004887"/>
          </a:xfrm>
          <a:prstGeom prst="rect">
            <a:avLst/>
          </a:prstGeom>
        </p:spPr>
      </p:pic>
      <p:sp>
        <p:nvSpPr>
          <p:cNvPr id="46" name="Text 22"/>
          <p:cNvSpPr txBox="1"/>
          <p:nvPr/>
        </p:nvSpPr>
        <p:spPr>
          <a:xfrm>
            <a:off x="10456813" y="4865370"/>
            <a:ext cx="963662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1.4 vehicles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47" name="Image 22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52038" y="5136832"/>
            <a:ext cx="1173212" cy="314325"/>
          </a:xfrm>
          <a:prstGeom prst="rect">
            <a:avLst/>
          </a:prstGeom>
        </p:spPr>
      </p:pic>
      <p:sp>
        <p:nvSpPr>
          <p:cNvPr id="48" name="Text 23"/>
          <p:cNvSpPr txBox="1"/>
          <p:nvPr/>
        </p:nvSpPr>
        <p:spPr>
          <a:xfrm>
            <a:off x="10456813" y="5241607"/>
            <a:ext cx="96366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Avg queue Top5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1" descr="preencoded.png">
            <a:extLst>
              <a:ext uri="{FF2B5EF4-FFF2-40B4-BE49-F238E27FC236}">
                <a16:creationId xmlns:a16="http://schemas.microsoft.com/office/drawing/2014/main" id="{A676810D-BC2D-1010-68CA-3706A5B37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121" y="2535957"/>
            <a:ext cx="3207990" cy="1716137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2" name="Text 0"/>
          <p:cNvSpPr txBox="1"/>
          <p:nvPr/>
        </p:nvSpPr>
        <p:spPr>
          <a:xfrm>
            <a:off x="533400" y="457200"/>
            <a:ext cx="11125200" cy="61912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3. BUSINESS PROBLEM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489472"/>
            <a:ext cx="3102322" cy="29051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66750" y="1565672"/>
            <a:ext cx="2835622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83" dirty="0">
                <a:solidFill>
                  <a:schemeClr val="bg1"/>
                </a:solidFill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CORE PROBLEM • NO PERSONALIZED RANKING</a:t>
            </a:r>
            <a:endParaRPr lang="en-US" sz="825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33400" y="1922859"/>
            <a:ext cx="5905500" cy="45333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23"/>
              </a:lnSpc>
              <a:buNone/>
            </a:pPr>
            <a:r>
              <a:rPr lang="en-US" sz="13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Existing apps show distance only. Drivers must mentally fuse distance + queue + battery-on-arrival — and they guess wrong.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535957"/>
            <a:ext cx="3158608" cy="16897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7" name="Text 3"/>
          <p:cNvSpPr txBox="1"/>
          <p:nvPr/>
        </p:nvSpPr>
        <p:spPr>
          <a:xfrm>
            <a:off x="723900" y="2700040"/>
            <a:ext cx="2826990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b="1" kern="0" spc="4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SCENARIO • WHAT USER SEES TODAY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723900" y="2928640"/>
            <a:ext cx="2826990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STATION A • 2 KM AWAY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23900" y="3138190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Distance: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2.0 km ✓ nearest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23900" y="3337173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Queue: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8 vehicles — hidden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23900" y="3536156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Battery on arrival: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68% — not shown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820864"/>
            <a:ext cx="1004887" cy="23336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09625" y="3868489"/>
            <a:ext cx="833438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chemeClr val="bg1"/>
                </a:solidFill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⚠ Wrong choice</a:t>
            </a:r>
            <a:endParaRPr lang="en-US" sz="825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15" name="Text 9"/>
          <p:cNvSpPr txBox="1"/>
          <p:nvPr/>
        </p:nvSpPr>
        <p:spPr>
          <a:xfrm>
            <a:off x="4065240" y="2700040"/>
            <a:ext cx="2826990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spcAft>
                <a:spcPts val="600"/>
              </a:spcAft>
              <a:buNone/>
            </a:pPr>
            <a:r>
              <a:rPr lang="en-US" sz="900" b="1" kern="0" spc="4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OPTIMAL • WHAT OUR ENGINE FINDS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4065240" y="2928640"/>
            <a:ext cx="2826990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spcAft>
                <a:spcPts val="450"/>
              </a:spcAft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STATION B • 5 KM AWAY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4065240" y="3138190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Distance: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5.0 km but still reachable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4065240" y="3337173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Queue: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0 vehicles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4065240" y="3536156"/>
            <a:ext cx="2826990" cy="1608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Battery on arrival: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63%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5240" y="3820864"/>
            <a:ext cx="1067544" cy="233362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150965" y="3868489"/>
            <a:ext cx="896094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 Best Score 87.3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533400" y="4362450"/>
            <a:ext cx="6553200" cy="742950"/>
          </a:xfrm>
          <a:prstGeom prst="roundRect">
            <a:avLst>
              <a:gd name="adj" fmla="val 23077"/>
            </a:avLst>
          </a:prstGeom>
          <a:solidFill>
            <a:srgbClr val="22101A"/>
          </a:solidFill>
          <a:ln/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850" y="4578548"/>
            <a:ext cx="304800" cy="3048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74055" y="4649986"/>
            <a:ext cx="23559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📍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5850" y="4578548"/>
            <a:ext cx="304800" cy="3048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155055" y="4649986"/>
            <a:ext cx="23559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🔋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6850" y="4578548"/>
            <a:ext cx="304800" cy="30480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536055" y="4649986"/>
            <a:ext cx="235595" cy="233362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⏱️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9" name="Text 19"/>
          <p:cNvSpPr txBox="1"/>
          <p:nvPr/>
        </p:nvSpPr>
        <p:spPr>
          <a:xfrm>
            <a:off x="1905000" y="4492377"/>
            <a:ext cx="5006280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TECHNICAL GAP → MUST FUSE 3 SIGNALS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30" name="Text 20"/>
          <p:cNvSpPr txBox="1"/>
          <p:nvPr/>
        </p:nvSpPr>
        <p:spPr>
          <a:xfrm>
            <a:off x="1905000" y="4644777"/>
            <a:ext cx="500628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solidFill>
                  <a:schemeClr val="bg1"/>
                </a:solidFill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User Impact: wrong choice = stranded, 45 min extra wait, battery depletion. Operator impact: congestion imbalance.</a:t>
            </a:r>
            <a:endParaRPr lang="en-US" sz="975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1" name="Image 8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7389910" y="2000738"/>
            <a:ext cx="3910550" cy="4069068"/>
          </a:xfrm>
          <a:prstGeom prst="rect">
            <a:avLst/>
          </a:prstGeom>
        </p:spPr>
      </p:pic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6739" y="5072062"/>
            <a:ext cx="3813721" cy="75247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7635179" y="5151239"/>
            <a:ext cx="381372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REAL USER JOURNEY — MANGALORE DEMO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7635180" y="5386387"/>
            <a:ext cx="3813721" cy="3429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spcBef>
                <a:spcPts val="150"/>
              </a:spcBef>
              <a:buNone/>
            </a:pPr>
            <a:r>
              <a:rPr lang="en-US" sz="135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LOW BATTERY → OPEN MAPS → SEE 10 STATIONS → WHICH ONE? NO CONTEXT.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8" descr="preencoded.png">
            <a:extLst>
              <a:ext uri="{FF2B5EF4-FFF2-40B4-BE49-F238E27FC236}">
                <a16:creationId xmlns:a16="http://schemas.microsoft.com/office/drawing/2014/main" id="{4F3CFD02-1DE0-9264-04E4-2DF0E1937A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5112" y="1168300"/>
            <a:ext cx="3033476" cy="4513957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419100"/>
            <a:ext cx="11125200" cy="46285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36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4. WHY EXISTING </a:t>
            </a:r>
            <a:r>
              <a:rPr lang="en-US" sz="3600" b="1" kern="0" spc="-3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SOLUTIONS FAIL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33400" y="862905"/>
            <a:ext cx="11125200" cy="16668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975" b="1" kern="0" spc="11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GOOGLE MAPS SHOWS DISTANCE ONLY — NO QUEUE, NO BATTERY-ON-ARRIVAL, NO PERSONALIZED SCORE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181993"/>
            <a:ext cx="2584252" cy="451395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23900" y="1415355"/>
            <a:ext cx="85486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GOOGLE MAPS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5607" y="1372493"/>
            <a:ext cx="451545" cy="2571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580382" y="1448693"/>
            <a:ext cx="24199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60" dirty="0">
                <a:highlight>
                  <a:srgbClr val="FFE1E8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LOW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04850" y="1704975"/>
            <a:ext cx="2200275" cy="19050"/>
          </a:xfrm>
          <a:prstGeom prst="roundRect">
            <a:avLst>
              <a:gd name="adj" fmla="val 100000"/>
            </a:avLst>
          </a:prstGeom>
          <a:solidFill>
            <a:srgbClr val="22101A">
              <a:alpha val="10000"/>
            </a:srgbClr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23900" y="1877318"/>
            <a:ext cx="220325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SHOWS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23900" y="2010668"/>
            <a:ext cx="2203252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Distance only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23900" y="2301627"/>
            <a:ext cx="220325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GAP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723900" y="2434977"/>
            <a:ext cx="2203252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queue, no battery, no reachability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874020"/>
            <a:ext cx="190500" cy="1905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8371" y="2898577"/>
            <a:ext cx="126504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✕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990600" y="2874020"/>
            <a:ext cx="1936552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Cannot fuse Battery % + Queue + Distance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252639"/>
            <a:ext cx="190500" cy="1905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78371" y="3277195"/>
            <a:ext cx="126504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✕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2"/>
          <p:cNvSpPr txBox="1"/>
          <p:nvPr/>
        </p:nvSpPr>
        <p:spPr>
          <a:xfrm>
            <a:off x="990600" y="3252639"/>
            <a:ext cx="1936552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MAX(0, Battery - Distance/Range)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1002" y="1181993"/>
            <a:ext cx="2584400" cy="451395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441502" y="1415355"/>
            <a:ext cx="102378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TATA POWER APP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9761" y="1372493"/>
            <a:ext cx="655141" cy="257175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094536" y="1448693"/>
            <a:ext cx="44559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60" dirty="0">
                <a:highlight>
                  <a:srgbClr val="FFF0C8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MEDIUM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3" name="Shape 15"/>
          <p:cNvSpPr/>
          <p:nvPr/>
        </p:nvSpPr>
        <p:spPr>
          <a:xfrm>
            <a:off x="3419475" y="1704975"/>
            <a:ext cx="2200275" cy="19050"/>
          </a:xfrm>
          <a:prstGeom prst="roundRect">
            <a:avLst>
              <a:gd name="adj" fmla="val 100000"/>
            </a:avLst>
          </a:prstGeom>
          <a:solidFill>
            <a:srgbClr val="22101A">
              <a:alpha val="10000"/>
            </a:srgbClr>
          </a:solidFill>
          <a:ln/>
        </p:spPr>
      </p:sp>
      <p:sp>
        <p:nvSpPr>
          <p:cNvPr id="24" name="Text 16"/>
          <p:cNvSpPr txBox="1"/>
          <p:nvPr/>
        </p:nvSpPr>
        <p:spPr>
          <a:xfrm>
            <a:off x="3441502" y="1877318"/>
            <a:ext cx="22034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SHOWS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3441502" y="2010668"/>
            <a:ext cx="2203400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Availability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8"/>
          <p:cNvSpPr txBox="1"/>
          <p:nvPr/>
        </p:nvSpPr>
        <p:spPr>
          <a:xfrm>
            <a:off x="3441502" y="2301627"/>
            <a:ext cx="22034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GAP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3441502" y="2434977"/>
            <a:ext cx="220340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personalized score, no battery arrival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502" y="2874020"/>
            <a:ext cx="190500" cy="190500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3520976" y="2898577"/>
            <a:ext cx="101501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!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30" name="Text 21"/>
          <p:cNvSpPr txBox="1"/>
          <p:nvPr/>
        </p:nvSpPr>
        <p:spPr>
          <a:xfrm>
            <a:off x="3708202" y="2874020"/>
            <a:ext cx="1677144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Static list, same for all users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1502" y="3121670"/>
            <a:ext cx="190500" cy="1905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3495973" y="3146227"/>
            <a:ext cx="126504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✕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3708202" y="3121670"/>
            <a:ext cx="1593652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weighted MCDM scoring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752" y="1181993"/>
            <a:ext cx="2584400" cy="4513957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159252" y="1415355"/>
            <a:ext cx="676721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STATIQ APP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07511" y="1372493"/>
            <a:ext cx="655141" cy="257175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812286" y="1448693"/>
            <a:ext cx="44559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60" dirty="0">
                <a:highlight>
                  <a:srgbClr val="FFF0C8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MEDIUM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8" name="Shape 26"/>
          <p:cNvSpPr/>
          <p:nvPr/>
        </p:nvSpPr>
        <p:spPr>
          <a:xfrm>
            <a:off x="6143625" y="1704975"/>
            <a:ext cx="2200275" cy="19050"/>
          </a:xfrm>
          <a:prstGeom prst="roundRect">
            <a:avLst>
              <a:gd name="adj" fmla="val 100000"/>
            </a:avLst>
          </a:prstGeom>
          <a:solidFill>
            <a:srgbClr val="22101A">
              <a:alpha val="10000"/>
            </a:srgbClr>
          </a:solidFill>
          <a:ln/>
        </p:spPr>
      </p:sp>
      <p:sp>
        <p:nvSpPr>
          <p:cNvPr id="39" name="Text 27"/>
          <p:cNvSpPr txBox="1"/>
          <p:nvPr/>
        </p:nvSpPr>
        <p:spPr>
          <a:xfrm>
            <a:off x="6159252" y="1877318"/>
            <a:ext cx="22034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SHOWS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40" name="Text 28"/>
          <p:cNvSpPr txBox="1"/>
          <p:nvPr/>
        </p:nvSpPr>
        <p:spPr>
          <a:xfrm>
            <a:off x="6159252" y="2010668"/>
            <a:ext cx="2203400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Real-time status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41" name="Text 29"/>
          <p:cNvSpPr txBox="1"/>
          <p:nvPr/>
        </p:nvSpPr>
        <p:spPr>
          <a:xfrm>
            <a:off x="6159252" y="2301627"/>
            <a:ext cx="220340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GAP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6159252" y="2434977"/>
            <a:ext cx="220340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Ignores user's battery range, no Score&gt;50 flag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252" y="2874020"/>
            <a:ext cx="190500" cy="190500"/>
          </a:xfrm>
          <a:prstGeom prst="rect">
            <a:avLst/>
          </a:prstGeom>
        </p:spPr>
      </p:pic>
      <p:sp>
        <p:nvSpPr>
          <p:cNvPr id="44" name="Text 31"/>
          <p:cNvSpPr txBox="1"/>
          <p:nvPr/>
        </p:nvSpPr>
        <p:spPr>
          <a:xfrm>
            <a:off x="6238726" y="2898577"/>
            <a:ext cx="101501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!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45" name="Text 32"/>
          <p:cNvSpPr txBox="1"/>
          <p:nvPr/>
        </p:nvSpPr>
        <p:spPr>
          <a:xfrm>
            <a:off x="6425952" y="2874020"/>
            <a:ext cx="172596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Haversine + Battery fusion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9252" y="3121670"/>
            <a:ext cx="190500" cy="190500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6213723" y="3146227"/>
            <a:ext cx="126504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✕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6425952" y="3121670"/>
            <a:ext cx="19367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LARGE() + INDEX-MATCH Top5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50" name="Text 35"/>
          <p:cNvSpPr txBox="1"/>
          <p:nvPr/>
        </p:nvSpPr>
        <p:spPr>
          <a:xfrm>
            <a:off x="8877002" y="1405830"/>
            <a:ext cx="1241227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OUR EXCEL SOLUTION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pic>
        <p:nvPicPr>
          <p:cNvPr id="51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006435" y="1372493"/>
            <a:ext cx="461516" cy="238125"/>
          </a:xfrm>
          <a:prstGeom prst="rect">
            <a:avLst/>
          </a:prstGeom>
        </p:spPr>
      </p:pic>
      <p:sp>
        <p:nvSpPr>
          <p:cNvPr id="52" name="Text 36"/>
          <p:cNvSpPr txBox="1"/>
          <p:nvPr/>
        </p:nvSpPr>
        <p:spPr>
          <a:xfrm>
            <a:off x="11101685" y="1439168"/>
            <a:ext cx="27101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60" dirty="0">
                <a:highlight>
                  <a:srgbClr val="FF488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HIGH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53" name="Shape 37"/>
          <p:cNvSpPr/>
          <p:nvPr/>
        </p:nvSpPr>
        <p:spPr>
          <a:xfrm>
            <a:off x="8858250" y="1685925"/>
            <a:ext cx="2590800" cy="19050"/>
          </a:xfrm>
          <a:prstGeom prst="roundRect">
            <a:avLst>
              <a:gd name="adj" fmla="val 100000"/>
            </a:avLst>
          </a:prstGeom>
          <a:solidFill>
            <a:srgbClr val="FFFFFF">
              <a:alpha val="18000"/>
            </a:srgbClr>
          </a:solidFill>
          <a:ln/>
        </p:spPr>
      </p:sp>
      <p:sp>
        <p:nvSpPr>
          <p:cNvPr id="54" name="Text 38"/>
          <p:cNvSpPr txBox="1"/>
          <p:nvPr/>
        </p:nvSpPr>
        <p:spPr>
          <a:xfrm>
            <a:off x="8877002" y="1858268"/>
            <a:ext cx="259094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SHOWS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8877002" y="1991618"/>
            <a:ext cx="2590949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Distance + Queue + Battery + Reachability + Score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56" name="Text 40"/>
          <p:cNvSpPr txBox="1"/>
          <p:nvPr/>
        </p:nvSpPr>
        <p:spPr>
          <a:xfrm>
            <a:off x="8877002" y="2449711"/>
            <a:ext cx="259094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spcBef>
                <a:spcPts val="150"/>
              </a:spcBef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LOGIC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57" name="Text 41"/>
          <p:cNvSpPr txBox="1"/>
          <p:nvPr/>
        </p:nvSpPr>
        <p:spPr>
          <a:xfrm>
            <a:off x="8877002" y="2583061"/>
            <a:ext cx="2590949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Weighted MCDM: 0.4 Dist + 0.3 Queue + 0.3 Battery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7002" y="3022104"/>
            <a:ext cx="190500" cy="190500"/>
          </a:xfrm>
          <a:prstGeom prst="rect">
            <a:avLst/>
          </a:prstGeom>
        </p:spPr>
      </p:pic>
      <p:sp>
        <p:nvSpPr>
          <p:cNvPr id="59" name="Text 42"/>
          <p:cNvSpPr txBox="1"/>
          <p:nvPr/>
        </p:nvSpPr>
        <p:spPr>
          <a:xfrm>
            <a:off x="8936385" y="3046661"/>
            <a:ext cx="121593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60" name="Text 43"/>
          <p:cNvSpPr txBox="1"/>
          <p:nvPr/>
        </p:nvSpPr>
        <p:spPr>
          <a:xfrm>
            <a:off x="9143702" y="3022104"/>
            <a:ext cx="2324249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Score = ((1-D/Max)*0.4 + (1-Q/Max)*0.3 + Batt/100*0.3)*100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7002" y="3400723"/>
            <a:ext cx="190500" cy="190500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8936385" y="3425279"/>
            <a:ext cx="121593" cy="15641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9143702" y="3400723"/>
            <a:ext cx="2324249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Reachable = IF(Score&gt;50, Yes, No) + LARGE() ranking &lt;1 sec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64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3400" y="5848350"/>
            <a:ext cx="11125200" cy="590550"/>
          </a:xfrm>
          <a:prstGeom prst="rect">
            <a:avLst/>
          </a:prstGeom>
        </p:spPr>
      </p:pic>
      <p:pic>
        <p:nvPicPr>
          <p:cNvPr id="65" name="Image 17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900" y="5981700"/>
            <a:ext cx="323850" cy="323850"/>
          </a:xfrm>
          <a:prstGeom prst="rect">
            <a:avLst/>
          </a:prstGeom>
        </p:spPr>
      </p:pic>
      <p:sp>
        <p:nvSpPr>
          <p:cNvPr id="66" name="Text 46"/>
          <p:cNvSpPr txBox="1"/>
          <p:nvPr/>
        </p:nvSpPr>
        <p:spPr>
          <a:xfrm>
            <a:off x="809476" y="6048375"/>
            <a:ext cx="238274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⊘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67" name="Text 47"/>
          <p:cNvSpPr txBox="1"/>
          <p:nvPr/>
        </p:nvSpPr>
        <p:spPr>
          <a:xfrm>
            <a:off x="1143000" y="5988844"/>
            <a:ext cx="3073301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reachability check — Existing apps don't predict BatteryOnArrival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68" name="Image 18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9651" y="5981700"/>
            <a:ext cx="323850" cy="323850"/>
          </a:xfrm>
          <a:prstGeom prst="rect">
            <a:avLst/>
          </a:prstGeom>
        </p:spPr>
      </p:pic>
      <p:sp>
        <p:nvSpPr>
          <p:cNvPr id="69" name="Text 48"/>
          <p:cNvSpPr txBox="1"/>
          <p:nvPr/>
        </p:nvSpPr>
        <p:spPr>
          <a:xfrm>
            <a:off x="4465439" y="6048375"/>
            <a:ext cx="208062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◐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70" name="Text 49"/>
          <p:cNvSpPr txBox="1"/>
          <p:nvPr/>
        </p:nvSpPr>
        <p:spPr>
          <a:xfrm>
            <a:off x="4768751" y="5988844"/>
            <a:ext cx="3073450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weighted scoring — 2km with 8 queue vs 5km with 0 queue?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71" name="Image 19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975550" y="5981700"/>
            <a:ext cx="323850" cy="323850"/>
          </a:xfrm>
          <a:prstGeom prst="rect">
            <a:avLst/>
          </a:prstGeom>
        </p:spPr>
      </p:pic>
      <p:sp>
        <p:nvSpPr>
          <p:cNvPr id="72" name="Text 50"/>
          <p:cNvSpPr txBox="1"/>
          <p:nvPr/>
        </p:nvSpPr>
        <p:spPr>
          <a:xfrm>
            <a:off x="8042374" y="6048375"/>
            <a:ext cx="257026" cy="2571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⚡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73" name="Text 51"/>
          <p:cNvSpPr txBox="1"/>
          <p:nvPr/>
        </p:nvSpPr>
        <p:spPr>
          <a:xfrm>
            <a:off x="8394650" y="5988844"/>
            <a:ext cx="3073301" cy="30956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Our fix: AVERAGEIF city → Haversine → Battery → Score → Top5 live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0" descr="preencoded.png">
            <a:extLst>
              <a:ext uri="{FF2B5EF4-FFF2-40B4-BE49-F238E27FC236}">
                <a16:creationId xmlns:a16="http://schemas.microsoft.com/office/drawing/2014/main" id="{976E64DE-F697-B728-D0B3-BCFA164C1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" y="3829645"/>
            <a:ext cx="5476875" cy="2568029"/>
          </a:xfrm>
          <a:prstGeom prst="rect">
            <a:avLst/>
          </a:prstGeom>
        </p:spPr>
      </p:pic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4BB4750-E914-1210-003C-2E5C800ECF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3" y="1150441"/>
            <a:ext cx="5476875" cy="2568029"/>
          </a:xfrm>
          <a:prstGeom prst="rect">
            <a:avLst/>
          </a:prstGeom>
        </p:spPr>
      </p:pic>
      <p:pic>
        <p:nvPicPr>
          <p:cNvPr id="36" name="Image 0" descr="preencoded.png">
            <a:extLst>
              <a:ext uri="{FF2B5EF4-FFF2-40B4-BE49-F238E27FC236}">
                <a16:creationId xmlns:a16="http://schemas.microsoft.com/office/drawing/2014/main" id="{0BCFC1B7-6343-7169-92CE-F5F9ACA22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724" y="3804195"/>
            <a:ext cx="5476875" cy="2568029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448717"/>
            <a:ext cx="4143375" cy="5112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4050" b="1" kern="0" spc="-81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5. BUSINESS </a:t>
            </a:r>
            <a:r>
              <a:rPr lang="en-US" sz="4050" b="1" kern="0" spc="-8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IMPACT</a:t>
            </a:r>
            <a:endParaRPr lang="en-US" sz="4050" dirty="0">
              <a:latin typeface="Arial Rounded MT Bold" panose="020F07040305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150441"/>
            <a:ext cx="5476875" cy="2568029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5052715" y="1464766"/>
            <a:ext cx="60513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USER SIDE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781050" y="2483346"/>
            <a:ext cx="4981575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spcBef>
                <a:spcPts val="900"/>
              </a:spcBef>
              <a:buNone/>
            </a:pPr>
            <a:r>
              <a:rPr lang="en-US" sz="33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60% ↓ TIME</a:t>
            </a:r>
            <a:endParaRPr lang="en-US" sz="330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81050" y="2946202"/>
            <a:ext cx="4981575" cy="350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spcBef>
                <a:spcPts val="600"/>
              </a:spcBef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10 min → 2 min decision.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Personalized Top 5 removes manual scan of 10+ stations. 0% stranded cases with Reachable flag.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781050" y="3353693"/>
            <a:ext cx="498157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KPI: Search time measured via battery 70% vs 20% demo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697" y="1379041"/>
            <a:ext cx="1117253" cy="27622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0398472" y="1464766"/>
            <a:ext cx="90770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OPERATOR SIDE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6429375" y="2483346"/>
            <a:ext cx="4981575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spcBef>
                <a:spcPts val="900"/>
              </a:spcBef>
              <a:buNone/>
            </a:pPr>
            <a:r>
              <a:rPr lang="en-US" sz="33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25% LOAD ↑</a:t>
            </a:r>
            <a:endParaRPr lang="en-US" sz="33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0"/>
          <p:cNvSpPr txBox="1"/>
          <p:nvPr/>
        </p:nvSpPr>
        <p:spPr>
          <a:xfrm>
            <a:off x="6429375" y="2946202"/>
            <a:ext cx="4981575" cy="350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spcBef>
                <a:spcPts val="600"/>
              </a:spcBef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Better load balancing.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Queue-aware scoring avoids overloading 2km station with 8 vehicles queue — diverts to 5km zero-queue.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6429375" y="3353693"/>
            <a:ext cx="498157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Queue = MOD(ROW()*7,10) simulates live congestion 0-9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3"/>
          <p:cNvSpPr txBox="1"/>
          <p:nvPr/>
        </p:nvSpPr>
        <p:spPr>
          <a:xfrm>
            <a:off x="4783634" y="4204246"/>
            <a:ext cx="87421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BUSINESS SIDE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4"/>
          <p:cNvSpPr txBox="1"/>
          <p:nvPr/>
        </p:nvSpPr>
        <p:spPr>
          <a:xfrm>
            <a:off x="781050" y="5222825"/>
            <a:ext cx="4981575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spcBef>
                <a:spcPts val="900"/>
              </a:spcBef>
              <a:buNone/>
            </a:pPr>
            <a:r>
              <a:rPr lang="en-US" sz="33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$2.5M OPPORTUNITY</a:t>
            </a:r>
            <a:endParaRPr lang="en-US" sz="3300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781050" y="5685681"/>
            <a:ext cx="4981575" cy="350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spcBef>
                <a:spcPts val="600"/>
              </a:spcBef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Higher CSAT + repeat usage.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Per CPO revenue lift via reduced churn and optimized utilization of underused stations.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6"/>
          <p:cNvSpPr txBox="1"/>
          <p:nvPr/>
        </p:nvSpPr>
        <p:spPr>
          <a:xfrm>
            <a:off x="781050" y="6093172"/>
            <a:ext cx="498157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State-wise count + CityLevelMinimumDistance flags expansion needs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1699" y="4118521"/>
            <a:ext cx="1149251" cy="27622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10366474" y="4118522"/>
            <a:ext cx="939701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SUSTAINABILITY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3" name="Text 19"/>
          <p:cNvSpPr txBox="1"/>
          <p:nvPr/>
        </p:nvSpPr>
        <p:spPr>
          <a:xfrm>
            <a:off x="6429375" y="5222825"/>
            <a:ext cx="4981575" cy="37713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spcBef>
                <a:spcPts val="900"/>
              </a:spcBef>
              <a:buNone/>
            </a:pPr>
            <a:r>
              <a:rPr lang="en-US" sz="33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0.8 KWH SAVED</a:t>
            </a:r>
            <a:endParaRPr lang="en-US" sz="3300" dirty="0">
              <a:latin typeface="Arial Rounded MT Bold" panose="020F0704030504030204" pitchFamily="34" charset="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6429375" y="5685681"/>
            <a:ext cx="4981575" cy="3503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8"/>
              </a:lnSpc>
              <a:spcBef>
                <a:spcPts val="600"/>
              </a:spcBef>
              <a:buNone/>
            </a:pPr>
            <a:r>
              <a:rPr lang="en-US" sz="105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Per trip optimized routing.</a:t>
            </a:r>
            <a:r>
              <a:rPr lang="en-US" sz="105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Battery-on-arrival = MAX(0, Battery - Distance/Range*100) prevents wasted km.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6429375" y="6093172"/>
            <a:ext cx="4981575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25.0% reachable at 70% battery vs 24.4% at 20% — distance &amp; queue dominate the score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8" name="Graphic 37" descr="Leaf">
            <a:extLst>
              <a:ext uri="{FF2B5EF4-FFF2-40B4-BE49-F238E27FC236}">
                <a16:creationId xmlns:a16="http://schemas.microsoft.com/office/drawing/2014/main" id="{1E6073E5-7968-33A5-A02E-24BD06F7A76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85588" y="3981608"/>
            <a:ext cx="464326" cy="464326"/>
          </a:xfrm>
          <a:prstGeom prst="rect">
            <a:avLst/>
          </a:prstGeom>
        </p:spPr>
      </p:pic>
      <p:pic>
        <p:nvPicPr>
          <p:cNvPr id="39" name="Image 5" descr="preencoded.png">
            <a:extLst>
              <a:ext uri="{FF2B5EF4-FFF2-40B4-BE49-F238E27FC236}">
                <a16:creationId xmlns:a16="http://schemas.microsoft.com/office/drawing/2014/main" id="{A71354E8-A549-4579-6EFA-E0B2FDD99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3697" y="4051848"/>
            <a:ext cx="1117253" cy="227258"/>
          </a:xfrm>
          <a:prstGeom prst="rect">
            <a:avLst/>
          </a:prstGeom>
        </p:spPr>
      </p:pic>
      <p:pic>
        <p:nvPicPr>
          <p:cNvPr id="30" name="Graphic 29" descr="Empty battery">
            <a:extLst>
              <a:ext uri="{FF2B5EF4-FFF2-40B4-BE49-F238E27FC236}">
                <a16:creationId xmlns:a16="http://schemas.microsoft.com/office/drawing/2014/main" id="{08223601-3750-AD3E-CBD3-EDCD8043F1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1330709"/>
            <a:ext cx="515764" cy="515764"/>
          </a:xfrm>
          <a:prstGeom prst="rect">
            <a:avLst/>
          </a:prstGeom>
        </p:spPr>
      </p:pic>
      <p:pic>
        <p:nvPicPr>
          <p:cNvPr id="41" name="Graphic 40" descr="Upward trend">
            <a:extLst>
              <a:ext uri="{FF2B5EF4-FFF2-40B4-BE49-F238E27FC236}">
                <a16:creationId xmlns:a16="http://schemas.microsoft.com/office/drawing/2014/main" id="{64C71BB6-482B-85D7-2982-C7C28A613CD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5825" y="3949154"/>
            <a:ext cx="445592" cy="445592"/>
          </a:xfrm>
          <a:prstGeom prst="rect">
            <a:avLst/>
          </a:prstGeom>
        </p:spPr>
      </p:pic>
      <p:pic>
        <p:nvPicPr>
          <p:cNvPr id="43" name="Graphic 42" descr="User">
            <a:extLst>
              <a:ext uri="{FF2B5EF4-FFF2-40B4-BE49-F238E27FC236}">
                <a16:creationId xmlns:a16="http://schemas.microsoft.com/office/drawing/2014/main" id="{9743DF8C-1F5D-E696-EE9A-0390DC66B1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85825" y="1464766"/>
            <a:ext cx="408310" cy="4083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7C283142-79B8-5262-BB2D-9BD96E1AE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851" y="3076203"/>
            <a:ext cx="3365749" cy="3362697"/>
          </a:xfrm>
          <a:prstGeom prst="rect">
            <a:avLst/>
          </a:prstGeom>
        </p:spPr>
      </p:pic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536C388E-D9EC-B6D0-A8C9-36E4B71C1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9907" y="3028578"/>
            <a:ext cx="3864042" cy="341032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3400" y="881063"/>
            <a:ext cx="11125200" cy="4933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kern="0" spc="-78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6. PROBLEM </a:t>
            </a:r>
            <a:r>
              <a:rPr lang="en-US" sz="3900" b="1" kern="0" spc="-7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STATEMENT</a:t>
            </a:r>
            <a:endParaRPr lang="en-US" sz="390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545878"/>
            <a:ext cx="11125200" cy="1264741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14475" y="1784003"/>
            <a:ext cx="9867900" cy="78849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kern="0" spc="-1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BUILD AN EXCEL-BASED CHARGING RECOMMENDATION DASHBOARD THAT RECOMMENDS OPTIMAL CHARGING STATION USING BATTERY LEVEL, QUEUE LENGTH, AND DISTANCE FOR EV DRIVERS IN INDIA</a:t>
            </a:r>
            <a:endParaRPr lang="en-US" sz="1800" dirty="0">
              <a:latin typeface="Arial Rounded MT Bold" panose="020F070403050403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982069"/>
            <a:ext cx="3434953" cy="3456831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95350" y="3182094"/>
            <a:ext cx="286345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0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INPUT — USER CONTEXT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950" y="3213050"/>
            <a:ext cx="76200" cy="76200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742950" y="32099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742950" y="3424982"/>
            <a:ext cx="301585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WHAT DRIVER GIVES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1253877" y="3701207"/>
            <a:ext cx="2504926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MyCity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Data Validation dropdown — Mangalore + 24 cities (G7 list fixed)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1253877" y="4092625"/>
            <a:ext cx="2504926" cy="53518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MyLat / MyLong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AVERAGEIF(City=MyCity, Lat/Long) — 12.9090, 74.8359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1253877" y="4709509"/>
            <a:ext cx="2504926" cy="50946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MyBattery + Range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Named Ranges — 70%, VehicleRangeKm 300km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4482703" y="3182094"/>
            <a:ext cx="3378845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0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PROCESS — 3 SIGNAL FUSION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0303" y="3213050"/>
            <a:ext cx="76200" cy="7620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333875" y="32099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22" name="Text 13"/>
          <p:cNvSpPr txBox="1"/>
          <p:nvPr/>
        </p:nvSpPr>
        <p:spPr>
          <a:xfrm>
            <a:off x="4330303" y="3424982"/>
            <a:ext cx="3531245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MCDM WEIGHTED ENGINE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4508004" y="3701207"/>
            <a:ext cx="2235696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Haversine Distance: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6371*ACOS(...) in km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4508004" y="3884786"/>
            <a:ext cx="2512368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Battery Arrival: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MAX(0, Battery - Dist/Range*100)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30303" y="4178350"/>
            <a:ext cx="3531245" cy="449461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4425553" y="4254550"/>
            <a:ext cx="3340745" cy="29706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Score = 0.4*(1-Dist/MaxDist) + 0.3*(1-Queue/MaxQ) + 0.3*(BattArr/100) *100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4330303" y="4751636"/>
            <a:ext cx="3531245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spcBef>
                <a:spcPts val="150"/>
              </a:spcBef>
              <a:buNone/>
            </a:pPr>
            <a:r>
              <a:rPr lang="en-US" sz="82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Queue = MOD(ROW()*7,10) simulated 0-9 • Reachable = IF(Score&gt;50, Yes, No)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9" name="Text 18"/>
          <p:cNvSpPr txBox="1"/>
          <p:nvPr/>
        </p:nvSpPr>
        <p:spPr>
          <a:xfrm>
            <a:off x="8585448" y="3182094"/>
            <a:ext cx="286345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0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OUTPUT — DECISION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3048" y="3213050"/>
            <a:ext cx="76200" cy="7620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8429625" y="320992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32" name="Text 20"/>
          <p:cNvSpPr txBox="1"/>
          <p:nvPr/>
        </p:nvSpPr>
        <p:spPr>
          <a:xfrm>
            <a:off x="8433048" y="3424982"/>
            <a:ext cx="3015853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kern="0" spc="-2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TOP 5 RANKED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33" name="Text 21"/>
          <p:cNvSpPr txBox="1"/>
          <p:nvPr/>
        </p:nvSpPr>
        <p:spPr>
          <a:xfrm>
            <a:off x="8505825" y="3715494"/>
            <a:ext cx="2525464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Top 5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LARGE(Score,k) + INDEX-MATCH name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4" name="Text 22"/>
          <p:cNvSpPr txBox="1"/>
          <p:nvPr/>
        </p:nvSpPr>
        <p:spPr>
          <a:xfrm>
            <a:off x="8520095" y="3951360"/>
            <a:ext cx="2213372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Reachable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Count Yes vs No — Pie chart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5" name="Text 23"/>
          <p:cNvSpPr txBox="1"/>
          <p:nvPr/>
        </p:nvSpPr>
        <p:spPr>
          <a:xfrm>
            <a:off x="8598379" y="4154984"/>
            <a:ext cx="2363688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• Latency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&lt;1 sec for 1117 rows, no VBA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6" name="Text 24"/>
          <p:cNvSpPr txBox="1"/>
          <p:nvPr/>
        </p:nvSpPr>
        <p:spPr>
          <a:xfrm>
            <a:off x="8433048" y="4412159"/>
            <a:ext cx="3015853" cy="3048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1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Output directly feeds Dashboard KPIs: COUNTA, COUNTIF(State), COUNTIF(Reachable)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37" name="Graphic 36" descr="Bar chart">
            <a:extLst>
              <a:ext uri="{FF2B5EF4-FFF2-40B4-BE49-F238E27FC236}">
                <a16:creationId xmlns:a16="http://schemas.microsoft.com/office/drawing/2014/main" id="{3469064F-0D66-2FB3-0A17-0DED281B06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124" y="1817341"/>
            <a:ext cx="743991" cy="7439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8AC774EA-2767-CF2A-FEB3-52346511B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10" y="3786335"/>
            <a:ext cx="4813830" cy="2788591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B1B51E85-3537-8E50-66A8-74D7C3584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67546"/>
            <a:ext cx="4442460" cy="3107381"/>
          </a:xfrm>
          <a:prstGeom prst="rect">
            <a:avLst/>
          </a:prstGeom>
        </p:spPr>
      </p:pic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E8FA26CC-30EF-5DD9-B70D-15EEE6E089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72455"/>
            <a:ext cx="4442460" cy="2295674"/>
          </a:xfrm>
          <a:prstGeom prst="rect">
            <a:avLst/>
          </a:prstGeom>
        </p:spPr>
      </p:pic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0FA48A51-AC75-AA2A-ABDC-DFDB6156B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10" y="1077516"/>
            <a:ext cx="4924797" cy="2538264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504379"/>
            <a:ext cx="5168503" cy="4936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900" b="1" kern="0" spc="-78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7. BUSINESS </a:t>
            </a:r>
            <a:r>
              <a:rPr lang="en-US" sz="3900" b="1" kern="0" spc="-7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OBJECTIVES</a:t>
            </a:r>
            <a:endParaRPr lang="en-US" sz="3900" dirty="0">
              <a:latin typeface="Arial Rounded MT Bold" panose="020F0704030504030204" pitchFamily="34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857250" y="1455241"/>
            <a:ext cx="115862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PRIMARY • RANKING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762000" y="1750516"/>
            <a:ext cx="2977753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RECOMMEND TOP 5 IN &lt;1 SEC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063800"/>
            <a:ext cx="3962400" cy="51911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85825" y="2168575"/>
            <a:ext cx="2730103" cy="3095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=LARGE(Score, k) + INDEX-MATCH Name</a:t>
            </a:r>
            <a:endParaRPr lang="en-US" sz="938" dirty="0">
              <a:latin typeface="Arial Rounded MT Bold" panose="020F0704030504030204" pitchFamily="34" charset="0"/>
            </a:endParaRPr>
          </a:p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VBA • Pure Excel Table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697212"/>
            <a:ext cx="247650" cy="24765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861120" y="2753469"/>
            <a:ext cx="139005" cy="1818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1104900" y="2706737"/>
            <a:ext cx="2634853" cy="3375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Offline Excel</a:t>
            </a: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works on Excel 2016+ with Named Ranges MyCity, MyBattery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120479"/>
            <a:ext cx="247650" cy="24765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51743" y="3176736"/>
            <a:ext cx="148382" cy="1818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8"/>
          <p:cNvSpPr txBox="1"/>
          <p:nvPr/>
        </p:nvSpPr>
        <p:spPr>
          <a:xfrm>
            <a:off x="1104900" y="3130004"/>
            <a:ext cx="2634853" cy="3375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City dropdown G7 Data Validation → AVERAGEIF lat/long auto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sp>
        <p:nvSpPr>
          <p:cNvPr id="18" name="Text 9"/>
          <p:cNvSpPr txBox="1"/>
          <p:nvPr/>
        </p:nvSpPr>
        <p:spPr>
          <a:xfrm>
            <a:off x="868786" y="4074839"/>
            <a:ext cx="151194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SECONDARY • PREDICTION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0"/>
          <p:cNvSpPr txBox="1"/>
          <p:nvPr/>
        </p:nvSpPr>
        <p:spPr>
          <a:xfrm>
            <a:off x="803674" y="4396829"/>
            <a:ext cx="2977902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BATTERY ON ARRIVAL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74" y="4710113"/>
            <a:ext cx="3947442" cy="519113"/>
          </a:xfrm>
          <a:prstGeom prst="rect">
            <a:avLst/>
          </a:prstGeom>
        </p:spPr>
      </p:pic>
      <p:sp>
        <p:nvSpPr>
          <p:cNvPr id="21" name="Text 11"/>
          <p:cNvSpPr txBox="1"/>
          <p:nvPr/>
        </p:nvSpPr>
        <p:spPr>
          <a:xfrm>
            <a:off x="878459" y="4816822"/>
            <a:ext cx="2730252" cy="3095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EstimatedBatteryOnArrival</a:t>
            </a:r>
            <a:endParaRPr lang="en-US" sz="938" dirty="0">
              <a:latin typeface="Arial Rounded MT Bold" panose="020F0704030504030204" pitchFamily="34" charset="0"/>
            </a:endParaRPr>
          </a:p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=MAX(0, MyBattery - Distance/Range*100)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674" y="5343525"/>
            <a:ext cx="247650" cy="247650"/>
          </a:xfrm>
          <a:prstGeom prst="rect">
            <a:avLst/>
          </a:prstGeom>
        </p:spPr>
      </p:pic>
      <p:sp>
        <p:nvSpPr>
          <p:cNvPr id="23" name="Text 12"/>
          <p:cNvSpPr txBox="1"/>
          <p:nvPr/>
        </p:nvSpPr>
        <p:spPr>
          <a:xfrm>
            <a:off x="868786" y="5429399"/>
            <a:ext cx="153442" cy="1818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3"/>
          <p:cNvSpPr txBox="1"/>
          <p:nvPr/>
        </p:nvSpPr>
        <p:spPr>
          <a:xfrm>
            <a:off x="1146574" y="5353050"/>
            <a:ext cx="2635002" cy="3375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Linear depletion model</a:t>
            </a: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prevents stranded trips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674" y="5766792"/>
            <a:ext cx="247650" cy="247650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888877" y="5799683"/>
            <a:ext cx="171450" cy="1818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5"/>
          <p:cNvSpPr txBox="1"/>
          <p:nvPr/>
        </p:nvSpPr>
        <p:spPr>
          <a:xfrm>
            <a:off x="1146574" y="5776317"/>
            <a:ext cx="2635002" cy="3375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Example: 70% → 11.4km /300km → 66.2% left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sp>
        <p:nvSpPr>
          <p:cNvPr id="30" name="Text 16"/>
          <p:cNvSpPr txBox="1"/>
          <p:nvPr/>
        </p:nvSpPr>
        <p:spPr>
          <a:xfrm>
            <a:off x="6574632" y="1464766"/>
            <a:ext cx="97943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TERTIARY • FLAG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1" name="Text 17"/>
          <p:cNvSpPr txBox="1"/>
          <p:nvPr/>
        </p:nvSpPr>
        <p:spPr>
          <a:xfrm>
            <a:off x="6479382" y="1760041"/>
            <a:ext cx="3492996" cy="19898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REACHABILITY FLAG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sp>
        <p:nvSpPr>
          <p:cNvPr id="33" name="Text 18"/>
          <p:cNvSpPr txBox="1"/>
          <p:nvPr/>
        </p:nvSpPr>
        <p:spPr>
          <a:xfrm>
            <a:off x="6717507" y="2178100"/>
            <a:ext cx="2178695" cy="30956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=IF(Score&gt;50, "Yes", "No")</a:t>
            </a:r>
            <a:endParaRPr lang="en-US" sz="938" dirty="0">
              <a:latin typeface="Arial Rounded MT Bold" panose="020F0704030504030204" pitchFamily="34" charset="0"/>
            </a:endParaRPr>
          </a:p>
          <a:p>
            <a:pPr marL="0" indent="0" algn="l">
              <a:lnSpc>
                <a:spcPts val="1219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Score = 0.4D + 0.3Q + 0.3B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34" name="Image 1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36855" y="2697212"/>
            <a:ext cx="247650" cy="247650"/>
          </a:xfrm>
          <a:prstGeom prst="rect">
            <a:avLst/>
          </a:prstGeom>
        </p:spPr>
      </p:pic>
      <p:sp>
        <p:nvSpPr>
          <p:cNvPr id="35" name="Text 19"/>
          <p:cNvSpPr txBox="1"/>
          <p:nvPr/>
        </p:nvSpPr>
        <p:spPr>
          <a:xfrm>
            <a:off x="6603207" y="2748408"/>
            <a:ext cx="153442" cy="18186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6" name="Text 20"/>
          <p:cNvSpPr txBox="1"/>
          <p:nvPr/>
        </p:nvSpPr>
        <p:spPr>
          <a:xfrm>
            <a:off x="6822282" y="2716262"/>
            <a:ext cx="3150096" cy="33754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67"/>
              </a:lnSpc>
              <a:buNone/>
            </a:pPr>
            <a:r>
              <a:rPr lang="en-US" sz="101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Drives KPIs: COUNTIF(Reachable=Yes) = 279 @70%</a:t>
            </a:r>
            <a:endParaRPr lang="en-US" sz="1013" dirty="0">
              <a:latin typeface="Arial Rounded MT Bold" panose="020F0704030504030204" pitchFamily="34" charset="0"/>
            </a:endParaRPr>
          </a:p>
        </p:txBody>
      </p:sp>
      <p:sp>
        <p:nvSpPr>
          <p:cNvPr id="38" name="Text 21"/>
          <p:cNvSpPr txBox="1"/>
          <p:nvPr/>
        </p:nvSpPr>
        <p:spPr>
          <a:xfrm>
            <a:off x="6464424" y="3723232"/>
            <a:ext cx="3492996" cy="1809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b="1" kern="0" spc="-2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SUCCESS CRITERIA ✓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pic>
        <p:nvPicPr>
          <p:cNvPr id="39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9666" y="4083397"/>
            <a:ext cx="1698873" cy="6691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0" name="Text 22"/>
          <p:cNvSpPr txBox="1"/>
          <p:nvPr/>
        </p:nvSpPr>
        <p:spPr>
          <a:xfrm>
            <a:off x="6588249" y="4161382"/>
            <a:ext cx="145122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100%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41" name="Text 23"/>
          <p:cNvSpPr txBox="1"/>
          <p:nvPr/>
        </p:nvSpPr>
        <p:spPr>
          <a:xfrm>
            <a:off x="6588249" y="4370932"/>
            <a:ext cx="1451223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Formula accuracy across 1117 rows</a:t>
            </a:r>
            <a:endParaRPr lang="en-US" sz="788" dirty="0">
              <a:latin typeface="Arial Rounded MT Bold" panose="020F0704030504030204" pitchFamily="34" charset="0"/>
            </a:endParaRPr>
          </a:p>
        </p:txBody>
      </p:sp>
      <p:pic>
        <p:nvPicPr>
          <p:cNvPr id="42" name="Image 16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063" y="4083397"/>
            <a:ext cx="1698873" cy="6691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3" name="Text 24"/>
          <p:cNvSpPr txBox="1"/>
          <p:nvPr/>
        </p:nvSpPr>
        <p:spPr>
          <a:xfrm>
            <a:off x="8667646" y="4161382"/>
            <a:ext cx="145122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&lt;1s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44" name="Text 25"/>
          <p:cNvSpPr txBox="1"/>
          <p:nvPr/>
        </p:nvSpPr>
        <p:spPr>
          <a:xfrm>
            <a:off x="8667646" y="4370932"/>
            <a:ext cx="1451223" cy="1250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Recalc latency 0.3 sec</a:t>
            </a:r>
            <a:endParaRPr lang="en-US" sz="788" dirty="0">
              <a:latin typeface="Arial Rounded MT Bold" panose="020F0704030504030204" pitchFamily="34" charset="0"/>
            </a:endParaRPr>
          </a:p>
        </p:txBody>
      </p:sp>
      <p:pic>
        <p:nvPicPr>
          <p:cNvPr id="45" name="Image 1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9666" y="4847779"/>
            <a:ext cx="1698873" cy="6691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6" name="Text 26"/>
          <p:cNvSpPr txBox="1"/>
          <p:nvPr/>
        </p:nvSpPr>
        <p:spPr>
          <a:xfrm>
            <a:off x="6588249" y="4925764"/>
            <a:ext cx="145122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70%→20%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47" name="Text 27"/>
          <p:cNvSpPr txBox="1"/>
          <p:nvPr/>
        </p:nvSpPr>
        <p:spPr>
          <a:xfrm>
            <a:off x="6588249" y="5135314"/>
            <a:ext cx="1451223" cy="12501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Instant ranking shift demo</a:t>
            </a:r>
            <a:endParaRPr lang="en-US" sz="788" dirty="0">
              <a:latin typeface="Arial Rounded MT Bold" panose="020F0704030504030204" pitchFamily="34" charset="0"/>
            </a:endParaRPr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9063" y="4847779"/>
            <a:ext cx="1698873" cy="6691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49" name="Text 28"/>
          <p:cNvSpPr txBox="1"/>
          <p:nvPr/>
        </p:nvSpPr>
        <p:spPr>
          <a:xfrm>
            <a:off x="8667646" y="4925764"/>
            <a:ext cx="145122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25.0%→24.4%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50" name="Text 29"/>
          <p:cNvSpPr txBox="1"/>
          <p:nvPr/>
        </p:nvSpPr>
        <p:spPr>
          <a:xfrm>
            <a:off x="8667646" y="5135314"/>
            <a:ext cx="1451223" cy="25003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spcBef>
                <a:spcPts val="150"/>
              </a:spcBef>
              <a:buNone/>
            </a:pPr>
            <a:r>
              <a:rPr lang="en-US" sz="78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Reachable barely shifts (queue/distance dominate)</a:t>
            </a:r>
            <a:endParaRPr lang="en-US" sz="788" dirty="0">
              <a:latin typeface="Arial Rounded MT Bold" panose="020F0704030504030204" pitchFamily="34" charset="0"/>
            </a:endParaRPr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79666" y="5604420"/>
            <a:ext cx="3577754" cy="669131"/>
          </a:xfrm>
          <a:prstGeom prst="rect">
            <a:avLst/>
          </a:prstGeom>
        </p:spPr>
      </p:pic>
      <p:sp>
        <p:nvSpPr>
          <p:cNvPr id="52" name="Text 30"/>
          <p:cNvSpPr txBox="1"/>
          <p:nvPr/>
        </p:nvSpPr>
        <p:spPr>
          <a:xfrm>
            <a:off x="6597774" y="5718720"/>
            <a:ext cx="3226296" cy="477441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Live test: Change MyBattery 70 → 20 in Dashboard! G11 — Top 5 stays the same, Mescom Surathkal stays #1, Reachable only shifts 279→273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Image 3" descr="preencoded.png">
            <a:extLst>
              <a:ext uri="{FF2B5EF4-FFF2-40B4-BE49-F238E27FC236}">
                <a16:creationId xmlns:a16="http://schemas.microsoft.com/office/drawing/2014/main" id="{D5C974FA-E317-3F91-5407-59D3A8D2D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1802" y="3727550"/>
            <a:ext cx="3680221" cy="2543324"/>
          </a:xfrm>
          <a:prstGeom prst="rect">
            <a:avLst/>
          </a:prstGeom>
        </p:spPr>
      </p:pic>
      <p:pic>
        <p:nvPicPr>
          <p:cNvPr id="59" name="Image 3" descr="preencoded.png">
            <a:extLst>
              <a:ext uri="{FF2B5EF4-FFF2-40B4-BE49-F238E27FC236}">
                <a16:creationId xmlns:a16="http://schemas.microsoft.com/office/drawing/2014/main" id="{50429FFE-E8A6-A3AD-8460-273373D31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971" y="3727550"/>
            <a:ext cx="3680221" cy="2543324"/>
          </a:xfrm>
          <a:prstGeom prst="rect">
            <a:avLst/>
          </a:prstGeom>
        </p:spPr>
      </p:pic>
      <p:pic>
        <p:nvPicPr>
          <p:cNvPr id="57" name="Image 3" descr="preencoded.png">
            <a:extLst>
              <a:ext uri="{FF2B5EF4-FFF2-40B4-BE49-F238E27FC236}">
                <a16:creationId xmlns:a16="http://schemas.microsoft.com/office/drawing/2014/main" id="{93B37347-8712-9FB3-9D42-BFC68E2C8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4" y="3737968"/>
            <a:ext cx="3680221" cy="2543324"/>
          </a:xfrm>
          <a:prstGeom prst="rect">
            <a:avLst/>
          </a:prstGeom>
        </p:spPr>
      </p:pic>
      <p:pic>
        <p:nvPicPr>
          <p:cNvPr id="56" name="Image 3" descr="preencoded.png">
            <a:extLst>
              <a:ext uri="{FF2B5EF4-FFF2-40B4-BE49-F238E27FC236}">
                <a16:creationId xmlns:a16="http://schemas.microsoft.com/office/drawing/2014/main" id="{5154EAD2-321F-6993-C0AC-C604644AE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971" y="1149176"/>
            <a:ext cx="3680221" cy="2508425"/>
          </a:xfrm>
          <a:prstGeom prst="rect">
            <a:avLst/>
          </a:prstGeom>
        </p:spPr>
      </p:pic>
      <p:pic>
        <p:nvPicPr>
          <p:cNvPr id="55" name="Image 3" descr="preencoded.png">
            <a:extLst>
              <a:ext uri="{FF2B5EF4-FFF2-40B4-BE49-F238E27FC236}">
                <a16:creationId xmlns:a16="http://schemas.microsoft.com/office/drawing/2014/main" id="{218F0EDA-EDDC-0CF4-43A4-A3BB0997F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3050" y="1114277"/>
            <a:ext cx="3680221" cy="2543324"/>
          </a:xfrm>
          <a:prstGeom prst="rect">
            <a:avLst/>
          </a:prstGeom>
        </p:spPr>
      </p:pic>
      <p:pic>
        <p:nvPicPr>
          <p:cNvPr id="54" name="Image 3" descr="preencoded.png">
            <a:extLst>
              <a:ext uri="{FF2B5EF4-FFF2-40B4-BE49-F238E27FC236}">
                <a16:creationId xmlns:a16="http://schemas.microsoft.com/office/drawing/2014/main" id="{D5A06549-2B71-9149-9B12-9B814FC88E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34" y="1114277"/>
            <a:ext cx="3680221" cy="2543324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419100"/>
            <a:ext cx="111252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36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8. FUNCTIONAL </a:t>
            </a:r>
            <a:r>
              <a:rPr lang="en-US" sz="3600" b="1" kern="0" spc="-3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REQUIREMENTS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23900" y="1406723"/>
            <a:ext cx="328613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FR1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3184178" y="1421904"/>
            <a:ext cx="682972" cy="151508"/>
          </a:xfrm>
          <a:prstGeom prst="rect">
            <a:avLst/>
          </a:prstGeom>
          <a:solidFill>
            <a:schemeClr val="bg1"/>
          </a:solidFill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DROPDOWN</a:t>
            </a:r>
            <a:endParaRPr lang="en-US" sz="750" dirty="0">
              <a:highlight>
                <a:srgbClr val="FFFFFF"/>
              </a:highlight>
              <a:latin typeface="Arial Rounded MT Bold" panose="020F0704030504030204" pitchFamily="34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9403" y="1449586"/>
            <a:ext cx="104775" cy="9525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723900" y="1716286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CITY DROPDOWN WITH VALIDATION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23900" y="1952030"/>
            <a:ext cx="32385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Mangalore + 24 cities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in G7 list. Fixed typo Trivandram → Trivandrum. Used for AVERAGEIF lat/long.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809625" y="3160365"/>
            <a:ext cx="306705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5783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G7 Data Validation = List: "Mangalore, Bangalore, Goa..."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4" name="Text 7"/>
          <p:cNvSpPr txBox="1"/>
          <p:nvPr/>
        </p:nvSpPr>
        <p:spPr>
          <a:xfrm>
            <a:off x="4476750" y="1406723"/>
            <a:ext cx="365522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FR2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6208" y="1373386"/>
            <a:ext cx="909042" cy="25717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6901458" y="1449586"/>
            <a:ext cx="71854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AUTO-FETCH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7" name="Text 9"/>
          <p:cNvSpPr txBox="1"/>
          <p:nvPr/>
        </p:nvSpPr>
        <p:spPr>
          <a:xfrm>
            <a:off x="4476750" y="1716286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LATITUDE / LONGITUDE AUTO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0"/>
          <p:cNvSpPr txBox="1"/>
          <p:nvPr/>
        </p:nvSpPr>
        <p:spPr>
          <a:xfrm>
            <a:off x="4476750" y="1952030"/>
            <a:ext cx="32385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AVERAGEIF(City=MyCity, Lat)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pulls 12.9090 / 74.8359. No manual typing.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6750" y="3093690"/>
            <a:ext cx="3238500" cy="26952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4562475" y="3160365"/>
            <a:ext cx="306705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5783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=AVERAGEIF(EVCleanedDataset[City],MyCity,Latitude)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2" name="Text 12"/>
          <p:cNvSpPr txBox="1"/>
          <p:nvPr/>
        </p:nvSpPr>
        <p:spPr>
          <a:xfrm>
            <a:off x="8229600" y="1406723"/>
            <a:ext cx="365522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FR3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3"/>
          <p:cNvSpPr txBox="1"/>
          <p:nvPr/>
        </p:nvSpPr>
        <p:spPr>
          <a:xfrm>
            <a:off x="10489853" y="1449586"/>
            <a:ext cx="88299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NAMED RANGES</a:t>
            </a:r>
            <a:endParaRPr lang="en-US" sz="750" dirty="0">
              <a:highlight>
                <a:srgbClr val="FFFFFF"/>
              </a:highlight>
              <a:latin typeface="Arial Rounded MT Bold" panose="020F0704030504030204" pitchFamily="34" charset="0"/>
            </a:endParaRPr>
          </a:p>
        </p:txBody>
      </p:sp>
      <p:sp>
        <p:nvSpPr>
          <p:cNvPr id="25" name="Text 14"/>
          <p:cNvSpPr txBox="1"/>
          <p:nvPr/>
        </p:nvSpPr>
        <p:spPr>
          <a:xfrm>
            <a:off x="8229600" y="1716286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BATTERY &amp; RANGE INPUT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8229600" y="1952030"/>
            <a:ext cx="32385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MyBattery=70, VehicleRangeKm=300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as Names. Changing 70→20 triggers instant recalc.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8" name="Text 16"/>
          <p:cNvSpPr txBox="1"/>
          <p:nvPr/>
        </p:nvSpPr>
        <p:spPr>
          <a:xfrm>
            <a:off x="8315325" y="3160365"/>
            <a:ext cx="306705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5783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Names: MyBattery Dashboard!G11, VehicleRangeKm G12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30" name="Text 17"/>
          <p:cNvSpPr txBox="1"/>
          <p:nvPr/>
        </p:nvSpPr>
        <p:spPr>
          <a:xfrm>
            <a:off x="723900" y="3891855"/>
            <a:ext cx="368498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FR4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8712" y="3858518"/>
            <a:ext cx="693688" cy="257175"/>
          </a:xfrm>
          <a:prstGeom prst="rect">
            <a:avLst/>
          </a:prstGeom>
        </p:spPr>
      </p:pic>
      <p:sp>
        <p:nvSpPr>
          <p:cNvPr id="32" name="Text 18"/>
          <p:cNvSpPr txBox="1"/>
          <p:nvPr/>
        </p:nvSpPr>
        <p:spPr>
          <a:xfrm>
            <a:off x="3363962" y="3934718"/>
            <a:ext cx="50318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RANKING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3" name="Text 19"/>
          <p:cNvSpPr txBox="1"/>
          <p:nvPr/>
        </p:nvSpPr>
        <p:spPr>
          <a:xfrm>
            <a:off x="723900" y="4201418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TOP 5 RECOMMENDATION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34" name="Text 20"/>
          <p:cNvSpPr txBox="1"/>
          <p:nvPr/>
        </p:nvSpPr>
        <p:spPr>
          <a:xfrm>
            <a:off x="723900" y="4437162"/>
            <a:ext cx="32385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LARGE(Score,k) + INDEX-MATCH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returns name, battery arrival, queue, distance, score.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35" name="Image 12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900" y="5442645"/>
            <a:ext cx="3238500" cy="405705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809625" y="5509320"/>
            <a:ext cx="3067050" cy="272355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711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=INDEX(A:A,MATCH(LARGE(K:K,I7),K:K,0)) Score 89.68 Mescom Surathkal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38" name="Text 22"/>
          <p:cNvSpPr txBox="1"/>
          <p:nvPr/>
        </p:nvSpPr>
        <p:spPr>
          <a:xfrm>
            <a:off x="4476750" y="3891855"/>
            <a:ext cx="365224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FR5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sp>
        <p:nvSpPr>
          <p:cNvPr id="40" name="Text 23"/>
          <p:cNvSpPr txBox="1"/>
          <p:nvPr/>
        </p:nvSpPr>
        <p:spPr>
          <a:xfrm>
            <a:off x="7072759" y="3934718"/>
            <a:ext cx="54724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KPIS LIVE</a:t>
            </a:r>
            <a:endParaRPr lang="en-US" sz="750" dirty="0">
              <a:highlight>
                <a:srgbClr val="FFFFFF"/>
              </a:highlight>
              <a:latin typeface="Arial Rounded MT Bold" panose="020F0704030504030204" pitchFamily="34" charset="0"/>
            </a:endParaRPr>
          </a:p>
        </p:txBody>
      </p:sp>
      <p:sp>
        <p:nvSpPr>
          <p:cNvPr id="41" name="Text 24"/>
          <p:cNvSpPr txBox="1"/>
          <p:nvPr/>
        </p:nvSpPr>
        <p:spPr>
          <a:xfrm>
            <a:off x="4476750" y="4201418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KPIS — COUNTS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42" name="Text 25"/>
          <p:cNvSpPr txBox="1"/>
          <p:nvPr/>
        </p:nvSpPr>
        <p:spPr>
          <a:xfrm>
            <a:off x="4476750" y="4437162"/>
            <a:ext cx="3238500" cy="48220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Total=COUNTA, State=COUNTIF, Reachable=COUNTIF(Yes)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. 1117 total, 279 reachable @70%.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44" name="Text 26"/>
          <p:cNvSpPr txBox="1"/>
          <p:nvPr/>
        </p:nvSpPr>
        <p:spPr>
          <a:xfrm>
            <a:off x="4562475" y="5645497"/>
            <a:ext cx="306705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4518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=COUNTIF(EVCleanedDataset[Reachable],"Yes") → 25.0%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46" name="Text 27"/>
          <p:cNvSpPr txBox="1"/>
          <p:nvPr/>
        </p:nvSpPr>
        <p:spPr>
          <a:xfrm>
            <a:off x="8229600" y="3891855"/>
            <a:ext cx="370284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kern="0" spc="3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FR6</a:t>
            </a:r>
            <a:endParaRPr lang="en-US" sz="1500" dirty="0">
              <a:latin typeface="Arial Rounded MT Bold" panose="020F0704030504030204" pitchFamily="34" charset="0"/>
            </a:endParaRPr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33050" y="3858518"/>
            <a:ext cx="635050" cy="257175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10928300" y="3934718"/>
            <a:ext cx="444550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CHARTS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49" name="Text 29"/>
          <p:cNvSpPr txBox="1"/>
          <p:nvPr/>
        </p:nvSpPr>
        <p:spPr>
          <a:xfrm>
            <a:off x="8229600" y="4201418"/>
            <a:ext cx="3238500" cy="15001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1125" b="1" kern="0" spc="-1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VISUALS — PIE + BAR + GAUGE</a:t>
            </a:r>
            <a:endParaRPr lang="en-US" sz="1125" dirty="0">
              <a:latin typeface="Arial Rounded MT Bold" panose="020F0704030504030204" pitchFamily="34" charset="0"/>
            </a:endParaRPr>
          </a:p>
        </p:txBody>
      </p:sp>
      <p:sp>
        <p:nvSpPr>
          <p:cNvPr id="50" name="Text 30"/>
          <p:cNvSpPr txBox="1"/>
          <p:nvPr/>
        </p:nvSpPr>
        <p:spPr>
          <a:xfrm>
            <a:off x="8229600" y="4437162"/>
            <a:ext cx="323850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Reachable Pie 25.0/75.0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, Top5 Distance Bar (3.7-91.4 km), Top5 Score Bar 76-90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5578822"/>
            <a:ext cx="3238500" cy="269528"/>
          </a:xfrm>
          <a:prstGeom prst="rect">
            <a:avLst/>
          </a:prstGeom>
        </p:spPr>
      </p:pic>
      <p:sp>
        <p:nvSpPr>
          <p:cNvPr id="52" name="Text 31"/>
          <p:cNvSpPr txBox="1"/>
          <p:nvPr/>
        </p:nvSpPr>
        <p:spPr>
          <a:xfrm>
            <a:off x="8315325" y="5645497"/>
            <a:ext cx="3067050" cy="13617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73"/>
              </a:lnSpc>
              <a:spcBef>
                <a:spcPts val="5783"/>
              </a:spcBef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Conditional Format: Score&gt;80 Green 50-80 Yellow &lt;50 Red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age 0" descr="preencoded.png">
            <a:extLst>
              <a:ext uri="{FF2B5EF4-FFF2-40B4-BE49-F238E27FC236}">
                <a16:creationId xmlns:a16="http://schemas.microsoft.com/office/drawing/2014/main" id="{3BDC08D5-5D82-9D9E-42FF-A3D6B25FF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1030486"/>
            <a:ext cx="5543550" cy="5408414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419100"/>
            <a:ext cx="11125200" cy="43993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>
              <a:lnSpc>
                <a:spcPts val="3600"/>
              </a:lnSpc>
            </a:pPr>
            <a:r>
              <a:rPr lang="en-US" sz="3600" b="1" kern="0" spc="-7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9. </a:t>
            </a:r>
            <a:r>
              <a:rPr lang="en-US" sz="360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Non-Functional Requirements &amp; Data Required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030486"/>
            <a:ext cx="5467350" cy="540841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23950" y="1323380"/>
            <a:ext cx="4629150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050" b="1" kern="0" spc="116" dirty="0">
                <a:highlight>
                  <a:srgbClr val="FF488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⚙</a:t>
            </a:r>
            <a:r>
              <a:rPr lang="en-US" sz="825" b="1" kern="0" spc="11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POINT 10 — NON-FUNCTIONAL REQUIREMENTS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781050" y="1659136"/>
            <a:ext cx="49720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-2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EXCEL MVP MUST BE FAST, PURE &amp; RELIABLE</a:t>
            </a:r>
            <a:endParaRPr lang="en-US" sz="180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2021086"/>
            <a:ext cx="4972050" cy="74905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23925" y="2144911"/>
            <a:ext cx="8763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kern="0" spc="6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PERFORMANCE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2033867" y="2154436"/>
            <a:ext cx="3576358" cy="49187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&lt;1 sec for 1117 rows.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Structured references EVCleanedDataset[Name] + volatile-free Haversine. Current recalc 0.3 sec.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865388"/>
            <a:ext cx="4972050" cy="58191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23925" y="2989213"/>
            <a:ext cx="8763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kern="0" spc="6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USABILITY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1" name="Text 6"/>
          <p:cNvSpPr txBox="1"/>
          <p:nvPr/>
        </p:nvSpPr>
        <p:spPr>
          <a:xfrm>
            <a:off x="1895475" y="2998738"/>
            <a:ext cx="371475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 VBA, pure formulas.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Works on Excel 2016+ • Named Ranges MyCity, MyBattery for noobs.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3542556"/>
            <a:ext cx="4972050" cy="58191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923925" y="3666381"/>
            <a:ext cx="8763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kern="0" spc="6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SCALABILITY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4" name="Text 8"/>
          <p:cNvSpPr txBox="1"/>
          <p:nvPr/>
        </p:nvSpPr>
        <p:spPr>
          <a:xfrm>
            <a:off x="1895475" y="3675906"/>
            <a:ext cx="371475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Handles 2000 stations.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Excel Table auto-expands • Data Validation list up to 25 cities.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4219724"/>
            <a:ext cx="4972050" cy="58191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923925" y="4343549"/>
            <a:ext cx="876300" cy="12561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825" b="1" kern="0" spc="6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RELIABILITY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0"/>
          <p:cNvSpPr txBox="1"/>
          <p:nvPr/>
        </p:nvSpPr>
        <p:spPr>
          <a:xfrm>
            <a:off x="1895475" y="4353074"/>
            <a:ext cx="3714750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Error handling IFERROR.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</a:t>
            </a: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=IFERROR(INDEX(...), Not Found)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• AVERAGEIF returns blank if city missing.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050" y="5900738"/>
            <a:ext cx="1053703" cy="309563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904875" y="5986463"/>
            <a:ext cx="80605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⏱ 0.3s recalc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9053" y="5900738"/>
            <a:ext cx="839539" cy="309563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2072878" y="5986463"/>
            <a:ext cx="591889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🧩 No VBA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02893" y="5900738"/>
            <a:ext cx="1226493" cy="309563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3026718" y="5986463"/>
            <a:ext cx="978843" cy="147638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kern="0" spc="50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📈 2000 rows OK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4"/>
          <p:cNvSpPr txBox="1"/>
          <p:nvPr/>
        </p:nvSpPr>
        <p:spPr>
          <a:xfrm>
            <a:off x="6781800" y="1323380"/>
            <a:ext cx="4629150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050" b="1" kern="0" spc="116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◍</a:t>
            </a:r>
            <a:r>
              <a:rPr lang="en-US" sz="825" b="1" kern="0" spc="116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POINT 11 — DATA REQUIRED • 3 LAYERS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5"/>
          <p:cNvSpPr txBox="1"/>
          <p:nvPr/>
        </p:nvSpPr>
        <p:spPr>
          <a:xfrm>
            <a:off x="6438900" y="1659136"/>
            <a:ext cx="4972050" cy="2286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kern="0" spc="-27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FROM RAW 1548 → CLEANED SCORING</a:t>
            </a:r>
            <a:endParaRPr lang="en-US" sz="1800" dirty="0">
              <a:latin typeface="Arial Rounded MT Bold" panose="020F0704030504030204" pitchFamily="34" charset="0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7691717" y="2154436"/>
            <a:ext cx="3576357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1" name="Text 18"/>
          <p:cNvSpPr txBox="1"/>
          <p:nvPr/>
        </p:nvSpPr>
        <p:spPr>
          <a:xfrm>
            <a:off x="6581774" y="2059186"/>
            <a:ext cx="4972049" cy="376535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1DF2C33-B114-E5BD-C503-B111110D08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1275" y="1887736"/>
            <a:ext cx="5419725" cy="43225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preencoded.png">
            <a:extLst>
              <a:ext uri="{FF2B5EF4-FFF2-40B4-BE49-F238E27FC236}">
                <a16:creationId xmlns:a16="http://schemas.microsoft.com/office/drawing/2014/main" id="{B7D39A01-5C33-A51D-F90E-38347E122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533" y="1236179"/>
            <a:ext cx="3125092" cy="1652426"/>
          </a:xfrm>
          <a:prstGeom prst="rect">
            <a:avLst/>
          </a:prstGeom>
        </p:spPr>
      </p:pic>
      <p:pic>
        <p:nvPicPr>
          <p:cNvPr id="3" name="Image 3" descr="preencoded.png">
            <a:extLst>
              <a:ext uri="{FF2B5EF4-FFF2-40B4-BE49-F238E27FC236}">
                <a16:creationId xmlns:a16="http://schemas.microsoft.com/office/drawing/2014/main" id="{00730463-6934-DDF8-EE8D-122147479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181" y="3074045"/>
            <a:ext cx="3114524" cy="1670447"/>
          </a:xfrm>
          <a:prstGeom prst="rect">
            <a:avLst/>
          </a:prstGeom>
        </p:spPr>
      </p:pic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5DEC35BB-D11B-8D2E-63F1-2B5C60F2EE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0680" y="3079105"/>
            <a:ext cx="3104257" cy="1670447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533400" y="419100"/>
            <a:ext cx="11125200" cy="43234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450" b="1" kern="0" spc="-34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10. TECH STACK — </a:t>
            </a:r>
            <a:r>
              <a:rPr lang="en-US" sz="3450" b="1" kern="0" spc="-34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WHY EXCEL?</a:t>
            </a:r>
            <a:endParaRPr lang="en-US" sz="3450" dirty="0">
              <a:latin typeface="Arial Rounded MT Bold" panose="020F0704030504030204" pitchFamily="34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256258"/>
            <a:ext cx="3104257" cy="16704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04850" y="1446758"/>
            <a:ext cx="276135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STRUCTURED REFERENCES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8" name="Text 4"/>
          <p:cNvSpPr txBox="1"/>
          <p:nvPr/>
        </p:nvSpPr>
        <p:spPr>
          <a:xfrm>
            <a:off x="704850" y="1646783"/>
            <a:ext cx="2761357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EXCEL TABLES + NAMED RANGES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770966" y="1875383"/>
            <a:ext cx="2695242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EVCleanedDataset[Name]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table auto-expands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776958" y="2118910"/>
            <a:ext cx="1995487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MyCity G7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, MyLat MyLong via AVERAGEIF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782835" y="2362436"/>
            <a:ext cx="2605385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MyBattery G11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, VehicleRangeKm G12 dynamic calc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3942457" y="1446758"/>
            <a:ext cx="276150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CORE FORMULAS — ENGINE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4" name="Text 9"/>
          <p:cNvSpPr txBox="1"/>
          <p:nvPr/>
        </p:nvSpPr>
        <p:spPr>
          <a:xfrm>
            <a:off x="3942457" y="1646783"/>
            <a:ext cx="2761506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HAVERSINE + MCDM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4050953" y="1875383"/>
            <a:ext cx="265301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Distance: </a:t>
            </a: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6371*ACOS(...)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in I5:I1121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4050953" y="2074218"/>
            <a:ext cx="2653010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CityMin: </a:t>
            </a: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MINIFS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+ IsFirstCity COUNTIF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4050953" y="2273052"/>
            <a:ext cx="2653010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Score: Weighted 0.4/0.3/0.3 + LARGE + INDEX-MATCH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3"/>
          <p:cNvSpPr txBox="1"/>
          <p:nvPr/>
        </p:nvSpPr>
        <p:spPr>
          <a:xfrm>
            <a:off x="704850" y="3250555"/>
            <a:ext cx="276135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UX WITHOUT CODE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0" name="Text 14"/>
          <p:cNvSpPr txBox="1"/>
          <p:nvPr/>
        </p:nvSpPr>
        <p:spPr>
          <a:xfrm>
            <a:off x="704850" y="3450580"/>
            <a:ext cx="2761357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VALIDATION + FORMATTING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21" name="Text 15"/>
          <p:cNvSpPr txBox="1"/>
          <p:nvPr/>
        </p:nvSpPr>
        <p:spPr>
          <a:xfrm>
            <a:off x="782836" y="3679180"/>
            <a:ext cx="2683372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Data Validation List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: 25 cities fixed Trivandram typo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2" name="Text 16"/>
          <p:cNvSpPr txBox="1"/>
          <p:nvPr/>
        </p:nvSpPr>
        <p:spPr>
          <a:xfrm>
            <a:off x="782836" y="4038749"/>
            <a:ext cx="2683371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Conditional: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Score &gt;80 Green, 50-80 Yellow, &lt;50 Red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7"/>
          <p:cNvSpPr txBox="1"/>
          <p:nvPr/>
        </p:nvSpPr>
        <p:spPr>
          <a:xfrm>
            <a:off x="782836" y="4360218"/>
            <a:ext cx="2683371" cy="1988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Battery: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MAX(0, Batt - Dist/Range*100)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3942457" y="3250555"/>
            <a:ext cx="2761506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90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VISUALIZATION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9"/>
          <p:cNvSpPr txBox="1"/>
          <p:nvPr/>
        </p:nvSpPr>
        <p:spPr>
          <a:xfrm>
            <a:off x="3942457" y="3450580"/>
            <a:ext cx="2761506" cy="1524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kern="0" spc="-1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CHARTS • DASHBOARD REQ #20</a:t>
            </a:r>
            <a:endParaRPr lang="en-US" sz="120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20"/>
          <p:cNvSpPr txBox="1"/>
          <p:nvPr/>
        </p:nvSpPr>
        <p:spPr>
          <a:xfrm>
            <a:off x="4407098" y="3679180"/>
            <a:ext cx="2296864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KPIs: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COUNTA total, COUNTIF state, COUNTIF reachable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4327327" y="4038749"/>
            <a:ext cx="2376636" cy="32146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Pie: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Reachable vs Non (25.0% vs 75.0% @70%)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4346377" y="4398318"/>
            <a:ext cx="2357586" cy="160734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938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Bar:</a:t>
            </a:r>
            <a:r>
              <a:rPr lang="en-US" sz="938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Top5 Distance + Score</a:t>
            </a:r>
            <a:endParaRPr lang="en-US" sz="938" dirty="0">
              <a:latin typeface="Arial Rounded MT Bold" panose="020F0704030504030204" pitchFamily="34" charset="0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913" y="1256258"/>
            <a:ext cx="4592538" cy="5182642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065912" y="1257300"/>
            <a:ext cx="4592687" cy="504825"/>
          </a:xfrm>
          <a:prstGeom prst="rect">
            <a:avLst/>
          </a:prstGeom>
          <a:solidFill>
            <a:schemeClr val="tx1"/>
          </a:solidFill>
          <a:ln/>
        </p:spPr>
        <p:txBody>
          <a:bodyPr/>
          <a:lstStyle/>
          <a:p>
            <a:endParaRPr>
              <a:latin typeface="Arial Rounded MT Bold" panose="020F0704030504030204" pitchFamily="34" charset="0"/>
            </a:endParaRPr>
          </a:p>
        </p:txBody>
      </p:sp>
      <p:sp>
        <p:nvSpPr>
          <p:cNvPr id="32" name="Text 24"/>
          <p:cNvSpPr txBox="1"/>
          <p:nvPr/>
        </p:nvSpPr>
        <p:spPr>
          <a:xfrm>
            <a:off x="7256413" y="1440061"/>
            <a:ext cx="1093440" cy="17517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1200" b="1" kern="0" spc="-18" dirty="0">
                <a:solidFill>
                  <a:schemeClr val="bg1"/>
                </a:solidFill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ARCHITECTURE FLOW</a:t>
            </a:r>
            <a:endParaRPr lang="en-US" sz="1200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6946" y="1408658"/>
            <a:ext cx="901005" cy="23812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0662196" y="1475333"/>
            <a:ext cx="710505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60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EXCEL CHAIN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7086600" y="1781175"/>
            <a:ext cx="4552950" cy="3800475"/>
          </a:xfrm>
          <a:prstGeom prst="rect">
            <a:avLst/>
          </a:prstGeom>
          <a:solidFill>
            <a:srgbClr val="FFF8F8"/>
          </a:solidFill>
          <a:ln/>
        </p:spPr>
        <p:txBody>
          <a:bodyPr/>
          <a:lstStyle/>
          <a:p>
            <a:endParaRPr>
              <a:latin typeface="Arial Rounded MT Bold" panose="020F0704030504030204" pitchFamily="34" charset="0"/>
            </a:endParaRPr>
          </a:p>
        </p:txBody>
      </p:sp>
      <p:pic>
        <p:nvPicPr>
          <p:cNvPr id="36" name="Image 7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155357" y="1780133"/>
            <a:ext cx="4407993" cy="3782467"/>
          </a:xfrm>
          <a:prstGeom prst="rect">
            <a:avLst/>
          </a:prstGeom>
        </p:spPr>
      </p:pic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4963" y="5581650"/>
            <a:ext cx="4554438" cy="838200"/>
          </a:xfrm>
          <a:prstGeom prst="rect">
            <a:avLst/>
          </a:prstGeom>
        </p:spPr>
      </p:pic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7363" y="5715000"/>
            <a:ext cx="1565672" cy="257175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7342138" y="5791200"/>
            <a:ext cx="1356122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8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Input: City, Battery, Range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pic>
        <p:nvPicPr>
          <p:cNvPr id="40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879235" y="5715000"/>
            <a:ext cx="1095077" cy="257175"/>
          </a:xfrm>
          <a:prstGeom prst="rect">
            <a:avLst/>
          </a:prstGeom>
        </p:spPr>
      </p:pic>
      <p:sp>
        <p:nvSpPr>
          <p:cNvPr id="41" name="Text 28"/>
          <p:cNvSpPr txBox="1"/>
          <p:nvPr/>
        </p:nvSpPr>
        <p:spPr>
          <a:xfrm>
            <a:off x="8984010" y="5791200"/>
            <a:ext cx="885527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8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 Named Ranges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pic>
        <p:nvPicPr>
          <p:cNvPr id="42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7363" y="6048375"/>
            <a:ext cx="1715691" cy="257175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342138" y="6124575"/>
            <a:ext cx="1506141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8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 Distance + Battery + Score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9254" y="6048375"/>
            <a:ext cx="1406723" cy="257175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134029" y="6124575"/>
            <a:ext cx="1197173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38" dirty="0">
                <a:highlight>
                  <a:srgbClr val="FFFFF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→ Top5 + KPIs + Charts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400050"/>
            <a:ext cx="10538012" cy="879872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kern="0" spc="-72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11. KPIS — </a:t>
            </a:r>
            <a:r>
              <a:rPr lang="en-US" sz="3600" b="1" kern="0" spc="-72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HOW WE MEASURE SUCCESS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413272"/>
            <a:ext cx="9399954" cy="462081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4800" y="1581435"/>
            <a:ext cx="412750" cy="1495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KPI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260353" y="1562993"/>
            <a:ext cx="1571625" cy="17963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FORMULA IN EXCEL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705852" y="1562993"/>
            <a:ext cx="641348" cy="149573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4"/>
              </a:lnSpc>
              <a:buNone/>
            </a:pPr>
            <a:r>
              <a:rPr lang="en-US" sz="825" b="1" kern="0" spc="99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TARGET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1851423"/>
            <a:ext cx="9354080" cy="83031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47750" y="2203103"/>
            <a:ext cx="2438400" cy="1979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Reachable Stations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2" name="Text 8"/>
          <p:cNvSpPr txBox="1"/>
          <p:nvPr/>
        </p:nvSpPr>
        <p:spPr>
          <a:xfrm>
            <a:off x="3790950" y="2203252"/>
            <a:ext cx="3467100" cy="157609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=COUNTIF(Reachable="Yes") / COUNTA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8705852" y="2195066"/>
            <a:ext cx="347067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&gt;60%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2684115"/>
            <a:ext cx="9380904" cy="8326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47750" y="3035796"/>
            <a:ext cx="2438400" cy="1979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📍</a:t>
            </a: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Avg Distance Top 5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3"/>
          <p:cNvSpPr txBox="1"/>
          <p:nvPr/>
        </p:nvSpPr>
        <p:spPr>
          <a:xfrm>
            <a:off x="3790950" y="3035945"/>
            <a:ext cx="2670274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=AVERAGE(Distance Top5) via INDEX-MATCH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8705852" y="3027759"/>
            <a:ext cx="429369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&lt;15 km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450" y="3516809"/>
            <a:ext cx="9354080" cy="8326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047750" y="3868489"/>
            <a:ext cx="2438400" cy="1979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⏱</a:t>
            </a: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Avg Queue Top 5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3790950" y="3868638"/>
            <a:ext cx="3223766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=AVERAGE(Queue Top5) • Queue=MOD(ROW*7,10) 0-9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25" name="Text 19"/>
          <p:cNvSpPr txBox="1"/>
          <p:nvPr/>
        </p:nvSpPr>
        <p:spPr>
          <a:xfrm>
            <a:off x="8705852" y="3860452"/>
            <a:ext cx="39781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&lt;3 veh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450" y="4349502"/>
            <a:ext cx="9380904" cy="832693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47750" y="4701183"/>
            <a:ext cx="2438400" cy="1979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⚡</a:t>
            </a: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Recommendation Latency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0" name="Text 23"/>
          <p:cNvSpPr txBox="1"/>
          <p:nvPr/>
        </p:nvSpPr>
        <p:spPr>
          <a:xfrm>
            <a:off x="3790950" y="4701332"/>
            <a:ext cx="2933551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Recalc time • Structured refs EVCleanedDataset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1" name="Text 24"/>
          <p:cNvSpPr txBox="1"/>
          <p:nvPr/>
        </p:nvSpPr>
        <p:spPr>
          <a:xfrm>
            <a:off x="8705852" y="4693146"/>
            <a:ext cx="371177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&lt;1 sec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50" y="5182195"/>
            <a:ext cx="9354080" cy="83284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47750" y="5534025"/>
            <a:ext cx="2438400" cy="197941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00" b="1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📊</a:t>
            </a: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Score Distribution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6" name="Text 28"/>
          <p:cNvSpPr txBox="1"/>
          <p:nvPr/>
        </p:nvSpPr>
        <p:spPr>
          <a:xfrm>
            <a:off x="3790950" y="5534025"/>
            <a:ext cx="3091458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Histogram • Score&gt;80 Green 50-80 Yellow &lt;50 Red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37" name="Text 29"/>
          <p:cNvSpPr txBox="1"/>
          <p:nvPr/>
        </p:nvSpPr>
        <p:spPr>
          <a:xfrm>
            <a:off x="8705852" y="5525839"/>
            <a:ext cx="447526" cy="14287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Normal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43" name="Text 33"/>
          <p:cNvSpPr txBox="1"/>
          <p:nvPr/>
        </p:nvSpPr>
        <p:spPr>
          <a:xfrm>
            <a:off x="657225" y="627697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  <p:sp>
        <p:nvSpPr>
          <p:cNvPr id="47" name="Text 35"/>
          <p:cNvSpPr txBox="1"/>
          <p:nvPr/>
        </p:nvSpPr>
        <p:spPr>
          <a:xfrm>
            <a:off x="5286375" y="6276975"/>
            <a:ext cx="76200" cy="762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342727"/>
            <a:ext cx="5858917" cy="5134273"/>
          </a:xfrm>
          <a:prstGeom prst="rect">
            <a:avLst/>
          </a:prstGeom>
        </p:spPr>
      </p:pic>
      <p:pic>
        <p:nvPicPr>
          <p:cNvPr id="2" name="Image 6" descr="preencoded.png">
            <a:extLst>
              <a:ext uri="{FF2B5EF4-FFF2-40B4-BE49-F238E27FC236}">
                <a16:creationId xmlns:a16="http://schemas.microsoft.com/office/drawing/2014/main" id="{F4D7A3B3-0ADB-7043-FE71-55828987C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776" y="3244546"/>
            <a:ext cx="2634258" cy="1070784"/>
          </a:xfrm>
          <a:prstGeom prst="rect">
            <a:avLst/>
          </a:prstGeom>
        </p:spPr>
      </p:pic>
      <p:pic>
        <p:nvPicPr>
          <p:cNvPr id="52" name="Image 2" descr="preencoded.png">
            <a:extLst>
              <a:ext uri="{FF2B5EF4-FFF2-40B4-BE49-F238E27FC236}">
                <a16:creationId xmlns:a16="http://schemas.microsoft.com/office/drawing/2014/main" id="{A1B56752-7D7C-B8EF-6AE6-524F365E9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17" y="1342726"/>
            <a:ext cx="5113883" cy="5134273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33400" y="766763"/>
            <a:ext cx="6022032" cy="42356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spcBef>
                <a:spcPts val="750"/>
              </a:spcBef>
              <a:buNone/>
            </a:pPr>
            <a:r>
              <a:rPr lang="en-US" sz="3300" b="1" kern="0" spc="-33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12. OUTCOME &amp; </a:t>
            </a:r>
            <a:r>
              <a:rPr lang="en-US" sz="3300" b="1" kern="0" spc="-33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DELIVERABLES</a:t>
            </a:r>
            <a:endParaRPr lang="en-US" sz="3300" dirty="0">
              <a:latin typeface="Arial Rounded MT Bold" panose="020F0704030504030204" pitchFamily="34" charset="0"/>
            </a:endParaRPr>
          </a:p>
        </p:txBody>
      </p:sp>
      <p:sp>
        <p:nvSpPr>
          <p:cNvPr id="9" name="Text 4"/>
          <p:cNvSpPr txBox="1"/>
          <p:nvPr/>
        </p:nvSpPr>
        <p:spPr>
          <a:xfrm>
            <a:off x="1123950" y="1635621"/>
            <a:ext cx="5020717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050" b="1" kern="0" spc="107" dirty="0">
                <a:highlight>
                  <a:srgbClr val="FF488F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⚡</a:t>
            </a:r>
            <a:r>
              <a:rPr lang="en-US" sz="825" b="1" kern="0" spc="10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15. BUSINESS OUTCOME — BETTER CX, REDUCED ANXIETY, LOAD BALANCING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781050" y="1971377"/>
            <a:ext cx="5363617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FROM GUESSWORK → RANKED DECISION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314277"/>
            <a:ext cx="247650" cy="24765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82253" y="2369046"/>
            <a:ext cx="136922" cy="1833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1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1123950" y="2323802"/>
            <a:ext cx="5020717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For Drivers: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No more manual scan. Clear Top 5 with BatteryOnArrival = MAX(0, Batt - Dist/Range*100)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050" y="2743795"/>
            <a:ext cx="247650" cy="24765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873621" y="2798564"/>
            <a:ext cx="145554" cy="18335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2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16" name="Text 9"/>
          <p:cNvSpPr txBox="1"/>
          <p:nvPr/>
        </p:nvSpPr>
        <p:spPr>
          <a:xfrm>
            <a:off x="1123950" y="2753320"/>
            <a:ext cx="5020717" cy="324743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16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For CPO: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CityLevelMinimumDistance via MINIFS flags where new stations needed — data-driven expansion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18" name="Text 10"/>
          <p:cNvSpPr txBox="1"/>
          <p:nvPr/>
        </p:nvSpPr>
        <p:spPr>
          <a:xfrm>
            <a:off x="923925" y="3373338"/>
            <a:ext cx="2348359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DEMO @70% BATTERY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19" name="Text 11"/>
          <p:cNvSpPr txBox="1"/>
          <p:nvPr/>
        </p:nvSpPr>
        <p:spPr>
          <a:xfrm>
            <a:off x="923925" y="3535263"/>
            <a:ext cx="2348359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MESCOM SURATHKAL #1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20" name="Text 12"/>
          <p:cNvSpPr txBox="1"/>
          <p:nvPr/>
        </p:nvSpPr>
        <p:spPr>
          <a:xfrm>
            <a:off x="923925" y="3744813"/>
            <a:ext cx="2348359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Score 89.68 • Dist 11.4km • Queue 0 • BattArr 66.2% • Reachable 279/1117 (25.0%)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0409" y="3230463"/>
            <a:ext cx="2634258" cy="1070784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653284" y="3373338"/>
            <a:ext cx="2348508" cy="123825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kern="0" spc="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STRESS TEST @20% BATTERY</a:t>
            </a:r>
            <a:endParaRPr lang="en-US" sz="750" dirty="0">
              <a:latin typeface="Arial Rounded MT Bold" panose="020F0704030504030204" pitchFamily="34" charset="0"/>
            </a:endParaRPr>
          </a:p>
        </p:txBody>
      </p:sp>
      <p:sp>
        <p:nvSpPr>
          <p:cNvPr id="23" name="Text 14"/>
          <p:cNvSpPr txBox="1"/>
          <p:nvPr/>
        </p:nvSpPr>
        <p:spPr>
          <a:xfrm>
            <a:off x="3653284" y="3535263"/>
            <a:ext cx="2348508" cy="1714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STILL 273 REACHABLE</a:t>
            </a:r>
            <a:endParaRPr lang="en-US" sz="1350" dirty="0">
              <a:latin typeface="Arial Rounded MT Bold" panose="020F0704030504030204" pitchFamily="34" charset="0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3653284" y="3744813"/>
            <a:ext cx="2348508" cy="261937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31"/>
              </a:lnSpc>
              <a:buNone/>
            </a:pPr>
            <a:r>
              <a:rPr lang="en-US" sz="82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Reachable count barely moves — 273 reachable (24.4%) — shows distance &amp; queue outweigh battery</a:t>
            </a:r>
            <a:endParaRPr lang="en-US" sz="825" dirty="0">
              <a:latin typeface="Arial Rounded MT Bold" panose="020F0704030504030204" pitchFamily="34" charset="0"/>
            </a:endParaRPr>
          </a:p>
        </p:txBody>
      </p:sp>
      <p:sp>
        <p:nvSpPr>
          <p:cNvPr id="26" name="Text 16"/>
          <p:cNvSpPr txBox="1"/>
          <p:nvPr/>
        </p:nvSpPr>
        <p:spPr>
          <a:xfrm>
            <a:off x="7154317" y="1635621"/>
            <a:ext cx="4256484" cy="202406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38"/>
              </a:lnSpc>
              <a:buNone/>
            </a:pPr>
            <a:r>
              <a:rPr lang="en-US" sz="1050" b="1" kern="0" spc="107" dirty="0">
                <a:highlight>
                  <a:srgbClr val="FFB956"/>
                </a:highlight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r>
              <a:rPr lang="en-US" sz="825" b="1" kern="0" spc="107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16. EXPECTED DELIVERABLES</a:t>
            </a:r>
            <a:endParaRPr lang="en-US" sz="1050" dirty="0">
              <a:latin typeface="Arial Rounded MT Bold" panose="020F0704030504030204" pitchFamily="34" charset="0"/>
            </a:endParaRPr>
          </a:p>
        </p:txBody>
      </p:sp>
      <p:sp>
        <p:nvSpPr>
          <p:cNvPr id="27" name="Text 17"/>
          <p:cNvSpPr txBox="1"/>
          <p:nvPr/>
        </p:nvSpPr>
        <p:spPr>
          <a:xfrm>
            <a:off x="6811417" y="1971377"/>
            <a:ext cx="4599384" cy="20955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50" b="1" kern="0" spc="-25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PPT + EXCEL + README + VIDEO + LINKEDIN</a:t>
            </a:r>
            <a:endParaRPr lang="en-US" sz="1650" dirty="0">
              <a:latin typeface="Arial Rounded MT Bold" panose="020F0704030504030204" pitchFamily="34" charset="0"/>
            </a:endParaRPr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1417" y="2314277"/>
            <a:ext cx="4599384" cy="531316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242" y="2456111"/>
            <a:ext cx="247650" cy="247650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019925" y="2513261"/>
            <a:ext cx="162967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1" name="Text 19"/>
          <p:cNvSpPr txBox="1"/>
          <p:nvPr/>
        </p:nvSpPr>
        <p:spPr>
          <a:xfrm>
            <a:off x="7278142" y="2419052"/>
            <a:ext cx="4008834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Excel File 3 sheets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EVRawDataset 1548, EVCleanedDataset 1117 + formulas, Dashboard with Named Ranges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417" y="2931319"/>
            <a:ext cx="4599384" cy="531316"/>
          </a:xfrm>
          <a:prstGeom prst="rect">
            <a:avLst/>
          </a:prstGeom>
        </p:spPr>
      </p:pic>
      <p:pic>
        <p:nvPicPr>
          <p:cNvPr id="3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242" y="3073152"/>
            <a:ext cx="247650" cy="247650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019925" y="3130302"/>
            <a:ext cx="162967" cy="19050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7278142" y="3036094"/>
            <a:ext cx="4008834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README + Architecture Diagram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flow: Input → Named Ranges → Cleaned (Distance/Battery/Score) → Top5+KPIs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1417" y="3548360"/>
            <a:ext cx="4599384" cy="531316"/>
          </a:xfrm>
          <a:prstGeom prst="rect">
            <a:avLst/>
          </a:prstGeom>
        </p:spPr>
      </p:pic>
      <p:pic>
        <p:nvPicPr>
          <p:cNvPr id="37" name="Image 13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242" y="3690193"/>
            <a:ext cx="247650" cy="247650"/>
          </a:xfrm>
          <a:prstGeom prst="rect">
            <a:avLst/>
          </a:prstGeom>
        </p:spPr>
      </p:pic>
      <p:sp>
        <p:nvSpPr>
          <p:cNvPr id="38" name="Text 22"/>
          <p:cNvSpPr txBox="1"/>
          <p:nvPr/>
        </p:nvSpPr>
        <p:spPr>
          <a:xfrm>
            <a:off x="7019925" y="3747343"/>
            <a:ext cx="162967" cy="189460"/>
          </a:xfrm>
          <a:prstGeom prst="rect">
            <a:avLst/>
          </a:prstGeom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✓</a:t>
            </a:r>
            <a:endParaRPr lang="en-US" sz="900" dirty="0">
              <a:latin typeface="Arial Rounded MT Bold" panose="020F0704030504030204" pitchFamily="34" charset="0"/>
            </a:endParaRPr>
          </a:p>
        </p:txBody>
      </p:sp>
      <p:sp>
        <p:nvSpPr>
          <p:cNvPr id="39" name="Text 23"/>
          <p:cNvSpPr txBox="1"/>
          <p:nvPr/>
        </p:nvSpPr>
        <p:spPr>
          <a:xfrm>
            <a:off x="7278142" y="3733913"/>
            <a:ext cx="4008834" cy="190500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PPT 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1417" y="4165402"/>
            <a:ext cx="4599384" cy="531316"/>
          </a:xfrm>
          <a:prstGeom prst="rect">
            <a:avLst/>
          </a:prstGeom>
        </p:spPr>
      </p:pic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5242" y="4307235"/>
            <a:ext cx="247650" cy="247650"/>
          </a:xfrm>
          <a:prstGeom prst="rect">
            <a:avLst/>
          </a:prstGeom>
        </p:spPr>
      </p:pic>
      <p:sp>
        <p:nvSpPr>
          <p:cNvPr id="43" name="Text 25"/>
          <p:cNvSpPr txBox="1"/>
          <p:nvPr/>
        </p:nvSpPr>
        <p:spPr>
          <a:xfrm>
            <a:off x="7278142" y="4270177"/>
            <a:ext cx="4008834" cy="321766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8"/>
              </a:lnSpc>
              <a:buNone/>
            </a:pPr>
            <a:r>
              <a:rPr lang="en-US" sz="975" b="1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Video 15-20 min + LinkedIn Post</a:t>
            </a:r>
            <a:r>
              <a:rPr lang="en-US" sz="975" dirty="0">
                <a:latin typeface="Arial Rounded MT Bold" panose="020F0704030504030204" pitchFamily="34" charset="0"/>
                <a:ea typeface="Work Sans" pitchFamily="34" charset="-122"/>
                <a:cs typeface="Work Sans" pitchFamily="34" charset="-120"/>
              </a:rPr>
              <a:t> — Loom screen record + #upGradX #EV #Excel #TheOfflineXperience tag instructor</a:t>
            </a:r>
            <a:endParaRPr lang="en-US" sz="975" dirty="0">
              <a:latin typeface="Arial Rounded MT Bold" panose="020F070403050403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5D1A5CB-4353-6C5E-EBAD-C3C89C807521}"/>
              </a:ext>
            </a:extLst>
          </p:cNvPr>
          <p:cNvSpPr txBox="1"/>
          <p:nvPr/>
        </p:nvSpPr>
        <p:spPr>
          <a:xfrm flipH="1">
            <a:off x="6911631" y="4301247"/>
            <a:ext cx="3238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>
                <a:latin typeface="Arial Rounded MT Bold" panose="020F0704030504030204" pitchFamily="34" charset="0"/>
              </a:rPr>
              <a:t>✓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EB9DC7-4437-CB55-3972-30FDD6F7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145616" y="1645583"/>
            <a:ext cx="4911538" cy="815789"/>
          </a:xfrm>
          <a:prstGeom prst="rect">
            <a:avLst/>
          </a:prstGeom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6300"/>
              </a:lnSpc>
              <a:buNone/>
            </a:pPr>
            <a:r>
              <a:rPr lang="en-US" sz="6300" b="1" kern="0" spc="-126" dirty="0">
                <a:latin typeface="Arial Rounded MT Bold" panose="020F0704030504030204" pitchFamily="34" charset="0"/>
                <a:ea typeface="Anton" pitchFamily="34" charset="-122"/>
                <a:cs typeface="Anton" pitchFamily="34" charset="-120"/>
              </a:rPr>
              <a:t>THANK YOU</a:t>
            </a:r>
            <a:endParaRPr lang="en-US" sz="6300" dirty="0">
              <a:latin typeface="Arial Rounded MT Bold" panose="020F070403050403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2257</Words>
  <Application>Microsoft Office PowerPoint</Application>
  <PresentationFormat>Widescreen</PresentationFormat>
  <Paragraphs>345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EV-Industry-Charging-Recommendation-Dashboard</dc:title>
  <dc:subject>PptxGenJS Presentation</dc:subject>
  <dc:creator>PptxGenJS</dc:creator>
  <cp:lastModifiedBy>JEISA MATHEW</cp:lastModifiedBy>
  <cp:revision>1</cp:revision>
  <dcterms:created xsi:type="dcterms:W3CDTF">2026-08-30T13:03:01Z</dcterms:created>
  <dcterms:modified xsi:type="dcterms:W3CDTF">2026-09-04T10:27:59Z</dcterms:modified>
</cp:coreProperties>
</file>