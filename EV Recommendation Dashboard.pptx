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3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ISA MATHEW" userId="05ebb031b9311ef8" providerId="LiveId" clId="{0B5BADA0-EADF-41A1-AAFD-3B897C5B0FA5}"/>
    <pc:docChg chg="undo redo custSel delSld modSld">
      <pc:chgData name="JEISA MATHEW" userId="05ebb031b9311ef8" providerId="LiveId" clId="{0B5BADA0-EADF-41A1-AAFD-3B897C5B0FA5}" dt="2026-08-30T18:04:29.706" v="633" actId="14100"/>
      <pc:docMkLst>
        <pc:docMk/>
      </pc:docMkLst>
      <pc:sldChg chg="addSp delSp modSp mod">
        <pc:chgData name="JEISA MATHEW" userId="05ebb031b9311ef8" providerId="LiveId" clId="{0B5BADA0-EADF-41A1-AAFD-3B897C5B0FA5}" dt="2026-08-30T17:19:27.320" v="256" actId="207"/>
        <pc:sldMkLst>
          <pc:docMk/>
          <pc:sldMk cId="0" sldId="256"/>
        </pc:sldMkLst>
        <pc:spChg chg="del mod">
          <ac:chgData name="JEISA MATHEW" userId="05ebb031b9311ef8" providerId="LiveId" clId="{0B5BADA0-EADF-41A1-AAFD-3B897C5B0FA5}" dt="2026-08-30T16:54:58.220" v="19" actId="478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48.765" v="17" actId="478"/>
          <ac:spMkLst>
            <pc:docMk/>
            <pc:sldMk cId="0" sldId="256"/>
            <ac:spMk id="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9:27.320" v="256" actId="207"/>
          <ac:spMkLst>
            <pc:docMk/>
            <pc:sldMk cId="0" sldId="256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4:23.664" v="12" actId="478"/>
          <ac:spMkLst>
            <pc:docMk/>
            <pc:sldMk cId="0" sldId="256"/>
            <ac:spMk id="9" creationId="{00000000-0000-0000-0000-000000000000}"/>
          </ac:spMkLst>
        </pc:spChg>
        <pc:spChg chg="mod ord">
          <ac:chgData name="JEISA MATHEW" userId="05ebb031b9311ef8" providerId="LiveId" clId="{0B5BADA0-EADF-41A1-AAFD-3B897C5B0FA5}" dt="2026-08-30T16:54:16.227" v="10" actId="20577"/>
          <ac:spMkLst>
            <pc:docMk/>
            <pc:sldMk cId="0" sldId="256"/>
            <ac:spMk id="10" creationId="{00000000-0000-0000-0000-000000000000}"/>
          </ac:spMkLst>
        </pc:spChg>
        <pc:picChg chg="add del">
          <ac:chgData name="JEISA MATHEW" userId="05ebb031b9311ef8" providerId="LiveId" clId="{0B5BADA0-EADF-41A1-AAFD-3B897C5B0FA5}" dt="2026-08-30T16:53:59.652" v="8" actId="478"/>
          <ac:picMkLst>
            <pc:docMk/>
            <pc:sldMk cId="0" sldId="256"/>
            <ac:picMk id="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4:52.077" v="18" actId="478"/>
          <ac:picMkLst>
            <pc:docMk/>
            <pc:sldMk cId="0" sldId="256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4:40.493" v="14" actId="478"/>
          <ac:picMkLst>
            <pc:docMk/>
            <pc:sldMk cId="0" sldId="256"/>
            <ac:picMk id="5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3:48.347" v="6" actId="478"/>
          <ac:picMkLst>
            <pc:docMk/>
            <pc:sldMk cId="0" sldId="256"/>
            <ac:picMk id="8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7:55:56.783" v="543" actId="20577"/>
        <pc:sldMkLst>
          <pc:docMk/>
          <pc:sldMk cId="0" sldId="257"/>
        </pc:sldMkLst>
        <pc:spChg chg="mod">
          <ac:chgData name="JEISA MATHEW" userId="05ebb031b9311ef8" providerId="LiveId" clId="{0B5BADA0-EADF-41A1-AAFD-3B897C5B0FA5}" dt="2026-08-30T17:06:11.277" v="13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7:11.256" v="53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8:35.692" v="73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8:32.472" v="72" actId="478"/>
          <ac:spMkLst>
            <pc:docMk/>
            <pc:sldMk cId="0" sldId="25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2:56.467" v="206" actId="20577"/>
          <ac:spMkLst>
            <pc:docMk/>
            <pc:sldMk cId="0" sldId="25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6:59:39.538" v="81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2.852" v="208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3:07.177" v="210" actId="20577"/>
          <ac:spMkLst>
            <pc:docMk/>
            <pc:sldMk cId="0" sldId="257"/>
            <ac:spMk id="14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21.286" v="78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2:33.395" v="106" actId="207"/>
          <ac:spMkLst>
            <pc:docMk/>
            <pc:sldMk cId="0" sldId="257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02.109" v="454" actId="20577"/>
          <ac:spMkLst>
            <pc:docMk/>
            <pc:sldMk cId="0" sldId="257"/>
            <ac:spMk id="1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00:06.950" v="84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6:59:57.112" v="83" actId="478"/>
          <ac:spMkLst>
            <pc:docMk/>
            <pc:sldMk cId="0" sldId="25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21.490" v="124" actId="20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5:17.460" v="123" actId="20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4:41.379" v="464" actId="14100"/>
          <ac:spMkLst>
            <pc:docMk/>
            <pc:sldMk cId="0" sldId="257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5:56.783" v="543" actId="20577"/>
          <ac:spMkLst>
            <pc:docMk/>
            <pc:sldMk cId="0" sldId="257"/>
            <ac:spMk id="26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55:12.619" v="528" actId="478"/>
          <ac:spMkLst>
            <pc:docMk/>
            <pc:sldMk cId="0" sldId="257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27.115" v="45" actId="478"/>
          <ac:spMkLst>
            <pc:docMk/>
            <pc:sldMk cId="0" sldId="257"/>
            <ac:spMk id="28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6:56:38.345" v="48" actId="478"/>
          <ac:spMkLst>
            <pc:docMk/>
            <pc:sldMk cId="0" sldId="257"/>
            <ac:spMk id="30" creationId="{00000000-0000-0000-0000-000000000000}"/>
          </ac:spMkLst>
        </pc:spChg>
        <pc:picChg chg="add del mod">
          <ac:chgData name="JEISA MATHEW" userId="05ebb031b9311ef8" providerId="LiveId" clId="{0B5BADA0-EADF-41A1-AAFD-3B897C5B0FA5}" dt="2026-08-30T17:36:36.490" v="385" actId="14100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9:57.940" v="262" actId="478"/>
          <ac:picMkLst>
            <pc:docMk/>
            <pc:sldMk cId="0" sldId="257"/>
            <ac:picMk id="4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0T17:19:40.858" v="257" actId="478"/>
          <ac:picMkLst>
            <pc:docMk/>
            <pc:sldMk cId="0" sldId="257"/>
            <ac:picMk id="10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9:47.852" v="259" actId="478"/>
          <ac:picMkLst>
            <pc:docMk/>
            <pc:sldMk cId="0" sldId="257"/>
            <ac:picMk id="16" creationId="{00000000-0000-0000-0000-000000000000}"/>
          </ac:picMkLst>
        </pc:picChg>
        <pc:picChg chg="del mod">
          <ac:chgData name="JEISA MATHEW" userId="05ebb031b9311ef8" providerId="LiveId" clId="{0B5BADA0-EADF-41A1-AAFD-3B897C5B0FA5}" dt="2026-08-30T17:04:28.773" v="116" actId="478"/>
          <ac:picMkLst>
            <pc:docMk/>
            <pc:sldMk cId="0" sldId="257"/>
            <ac:picMk id="2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6:56:29.767" v="46" actId="478"/>
          <ac:picMkLst>
            <pc:docMk/>
            <pc:sldMk cId="0" sldId="257"/>
            <ac:picMk id="29" creationId="{00000000-0000-0000-0000-000000000000}"/>
          </ac:picMkLst>
        </pc:picChg>
        <pc:picChg chg="add del mod ord">
          <ac:chgData name="JEISA MATHEW" userId="05ebb031b9311ef8" providerId="LiveId" clId="{0B5BADA0-EADF-41A1-AAFD-3B897C5B0FA5}" dt="2026-08-30T17:19:49.837" v="260" actId="478"/>
          <ac:picMkLst>
            <pc:docMk/>
            <pc:sldMk cId="0" sldId="257"/>
            <ac:picMk id="31" creationId="{F64E76B3-4D99-0922-C5E3-E633EA166DDE}"/>
          </ac:picMkLst>
        </pc:picChg>
        <pc:picChg chg="add mod ord">
          <ac:chgData name="JEISA MATHEW" userId="05ebb031b9311ef8" providerId="LiveId" clId="{0B5BADA0-EADF-41A1-AAFD-3B897C5B0FA5}" dt="2026-08-30T17:37:08.038" v="390" actId="167"/>
          <ac:picMkLst>
            <pc:docMk/>
            <pc:sldMk cId="0" sldId="257"/>
            <ac:picMk id="32" creationId="{8D9B0E85-E98B-28D8-9B98-C35C9C5798C5}"/>
          </ac:picMkLst>
        </pc:picChg>
        <pc:picChg chg="add mod ord">
          <ac:chgData name="JEISA MATHEW" userId="05ebb031b9311ef8" providerId="LiveId" clId="{0B5BADA0-EADF-41A1-AAFD-3B897C5B0FA5}" dt="2026-08-30T17:37:36.538" v="397" actId="167"/>
          <ac:picMkLst>
            <pc:docMk/>
            <pc:sldMk cId="0" sldId="257"/>
            <ac:picMk id="33" creationId="{2BB81A31-293A-14A3-9DFB-383F70C4E187}"/>
          </ac:picMkLst>
        </pc:picChg>
        <pc:picChg chg="add mod ord">
          <ac:chgData name="JEISA MATHEW" userId="05ebb031b9311ef8" providerId="LiveId" clId="{0B5BADA0-EADF-41A1-AAFD-3B897C5B0FA5}" dt="2026-08-30T17:37:34.012" v="396" actId="167"/>
          <ac:picMkLst>
            <pc:docMk/>
            <pc:sldMk cId="0" sldId="257"/>
            <ac:picMk id="34" creationId="{B74D83A4-F8BF-595E-2DE2-E923B379F16E}"/>
          </ac:picMkLst>
        </pc:picChg>
      </pc:sldChg>
      <pc:sldChg chg="addSp delSp modSp mod">
        <pc:chgData name="JEISA MATHEW" userId="05ebb031b9311ef8" providerId="LiveId" clId="{0B5BADA0-EADF-41A1-AAFD-3B897C5B0FA5}" dt="2026-08-30T17:23:41.609" v="291" actId="478"/>
        <pc:sldMkLst>
          <pc:docMk/>
          <pc:sldMk cId="0" sldId="258"/>
        </pc:sldMkLst>
        <pc:spChg chg="mod">
          <ac:chgData name="JEISA MATHEW" userId="05ebb031b9311ef8" providerId="LiveId" clId="{0B5BADA0-EADF-41A1-AAFD-3B897C5B0FA5}" dt="2026-08-30T17:12:08.839" v="175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7.973" v="270" actId="207"/>
          <ac:spMkLst>
            <pc:docMk/>
            <pc:sldMk cId="0" sldId="258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5.413" v="269" actId="20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52.299" v="268" actId="20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7:39.979" v="149" actId="2711"/>
          <ac:spMkLst>
            <pc:docMk/>
            <pc:sldMk cId="0" sldId="258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07:39.979" v="149" actId="2711"/>
          <ac:spMkLst>
            <pc:docMk/>
            <pc:sldMk cId="0" sldId="258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1:26.300" v="267" actId="20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2.005" v="282" actId="207"/>
          <ac:spMkLst>
            <pc:docMk/>
            <pc:sldMk cId="0" sldId="258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1.610" v="281" actId="20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0:33.200" v="165" actId="107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0:33.200" v="165" actId="1076"/>
          <ac:spMkLst>
            <pc:docMk/>
            <pc:sldMk cId="0" sldId="258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2:22.585" v="273" actId="207"/>
          <ac:spMkLst>
            <pc:docMk/>
            <pc:sldMk cId="0" sldId="258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333" v="288" actId="207"/>
          <ac:spMkLst>
            <pc:docMk/>
            <pc:sldMk cId="0" sldId="258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3:38.954" v="289" actId="207"/>
          <ac:spMkLst>
            <pc:docMk/>
            <pc:sldMk cId="0" sldId="258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4:49.778" v="228" actId="1076"/>
          <ac:spMkLst>
            <pc:docMk/>
            <pc:sldMk cId="0" sldId="258"/>
            <ac:spMk id="44" creationId="{00000000-0000-0000-0000-000000000000}"/>
          </ac:spMkLst>
        </pc:spChg>
        <pc:picChg chg="mod ord">
          <ac:chgData name="JEISA MATHEW" userId="05ebb031b9311ef8" providerId="LiveId" clId="{0B5BADA0-EADF-41A1-AAFD-3B897C5B0FA5}" dt="2026-08-30T17:23:32.662" v="284" actId="14100"/>
          <ac:picMkLst>
            <pc:docMk/>
            <pc:sldMk cId="0" sldId="258"/>
            <ac:picMk id="3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6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9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5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08:09.706" v="150" actId="1076"/>
          <ac:picMkLst>
            <pc:docMk/>
            <pc:sldMk cId="0" sldId="258"/>
            <ac:picMk id="18" creationId="{00000000-0000-0000-0000-000000000000}"/>
          </ac:picMkLst>
        </pc:picChg>
        <pc:picChg chg="add del mod">
          <ac:chgData name="JEISA MATHEW" userId="05ebb031b9311ef8" providerId="LiveId" clId="{0B5BADA0-EADF-41A1-AAFD-3B897C5B0FA5}" dt="2026-08-30T17:23:41.609" v="291" actId="478"/>
          <ac:picMkLst>
            <pc:docMk/>
            <pc:sldMk cId="0" sldId="258"/>
            <ac:picMk id="21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10:32.650" v="164" actId="1076"/>
          <ac:picMkLst>
            <pc:docMk/>
            <pc:sldMk cId="0" sldId="258"/>
            <ac:picMk id="39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7:24:26.597" v="295" actId="20577"/>
        <pc:sldMkLst>
          <pc:docMk/>
          <pc:sldMk cId="0" sldId="259"/>
        </pc:sldMkLst>
        <pc:spChg chg="mod">
          <ac:chgData name="JEISA MATHEW" userId="05ebb031b9311ef8" providerId="LiveId" clId="{0B5BADA0-EADF-41A1-AAFD-3B897C5B0FA5}" dt="2026-08-30T17:24:26.597" v="29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9.797" v="293" actId="207"/>
          <ac:spMkLst>
            <pc:docMk/>
            <pc:sldMk cId="0" sldId="259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4:06.736" v="292" actId="207"/>
          <ac:spMkLst>
            <pc:docMk/>
            <pc:sldMk cId="0" sldId="259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0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17:47.693" v="248" actId="478"/>
          <ac:spMkLst>
            <pc:docMk/>
            <pc:sldMk cId="0" sldId="25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29.720" v="237" actId="207"/>
          <ac:spMkLst>
            <pc:docMk/>
            <pc:sldMk cId="0" sldId="259"/>
            <ac:spMk id="23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17:20.732" v="244" actId="478"/>
          <ac:spMkLst>
            <pc:docMk/>
            <pc:sldMk cId="0" sldId="259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22.261" v="253" actId="207"/>
          <ac:spMkLst>
            <pc:docMk/>
            <pc:sldMk cId="0" sldId="259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6:43.658" v="238" actId="207"/>
          <ac:spMkLst>
            <pc:docMk/>
            <pc:sldMk cId="0" sldId="259"/>
            <ac:spMk id="46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17:56.131" v="249" actId="478"/>
          <ac:picMkLst>
            <pc:docMk/>
            <pc:sldMk cId="0" sldId="259"/>
            <ac:picMk id="3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0T17:18:09.483" v="252" actId="14100"/>
          <ac:picMkLst>
            <pc:docMk/>
            <pc:sldMk cId="0" sldId="259"/>
            <ac:picMk id="6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6:50.321" v="239" actId="478"/>
          <ac:picMkLst>
            <pc:docMk/>
            <pc:sldMk cId="0" sldId="259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42.954" v="247" actId="478"/>
          <ac:picMkLst>
            <pc:docMk/>
            <pc:sldMk cId="0" sldId="259"/>
            <ac:picMk id="1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06.859" v="242" actId="478"/>
          <ac:picMkLst>
            <pc:docMk/>
            <pc:sldMk cId="0" sldId="259"/>
            <ac:picMk id="22" creationId="{00000000-0000-0000-0000-000000000000}"/>
          </ac:picMkLst>
        </pc:picChg>
        <pc:picChg chg="mod ord">
          <ac:chgData name="JEISA MATHEW" userId="05ebb031b9311ef8" providerId="LiveId" clId="{0B5BADA0-EADF-41A1-AAFD-3B897C5B0FA5}" dt="2026-08-30T17:17:00.296" v="241" actId="167"/>
          <ac:picMkLst>
            <pc:docMk/>
            <pc:sldMk cId="0" sldId="259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17:26.426" v="245" actId="478"/>
          <ac:picMkLst>
            <pc:docMk/>
            <pc:sldMk cId="0" sldId="259"/>
            <ac:picMk id="25" creationId="{00000000-0000-0000-0000-000000000000}"/>
          </ac:picMkLst>
        </pc:picChg>
      </pc:sldChg>
      <pc:sldChg chg="modSp mod">
        <pc:chgData name="JEISA MATHEW" userId="05ebb031b9311ef8" providerId="LiveId" clId="{0B5BADA0-EADF-41A1-AAFD-3B897C5B0FA5}" dt="2026-08-30T18:04:29.706" v="633" actId="14100"/>
        <pc:sldMkLst>
          <pc:docMk/>
          <pc:sldMk cId="0" sldId="260"/>
        </pc:sldMkLst>
        <pc:spChg chg="mod">
          <ac:chgData name="JEISA MATHEW" userId="05ebb031b9311ef8" providerId="LiveId" clId="{0B5BADA0-EADF-41A1-AAFD-3B897C5B0FA5}" dt="2026-08-30T18:04:29.706" v="633" actId="14100"/>
          <ac:spMkLst>
            <pc:docMk/>
            <pc:sldMk cId="0" sldId="260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4.189" v="300" actId="207"/>
          <ac:spMkLst>
            <pc:docMk/>
            <pc:sldMk cId="0" sldId="260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17.977" v="299" actId="207"/>
          <ac:spMkLst>
            <pc:docMk/>
            <pc:sldMk cId="0" sldId="26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3.541" v="302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29.774" v="301" actId="207"/>
          <ac:spMkLst>
            <pc:docMk/>
            <pc:sldMk cId="0" sldId="260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37.970" v="303" actId="207"/>
          <ac:spMkLst>
            <pc:docMk/>
            <pc:sldMk cId="0" sldId="26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41.053" v="304" actId="20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5:59.399" v="307" actId="20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07.488" v="308" actId="20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16.531" v="309" actId="20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0.134" v="310" actId="20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3.293" v="311" actId="20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6.276" v="312" actId="20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29.973" v="313" actId="207"/>
          <ac:spMkLst>
            <pc:docMk/>
            <pc:sldMk cId="0" sldId="260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18:45.402" v="254" actId="2711"/>
          <ac:spMkLst>
            <pc:docMk/>
            <pc:sldMk cId="0" sldId="260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46.388" v="316" actId="207"/>
          <ac:spMkLst>
            <pc:docMk/>
            <pc:sldMk cId="0" sldId="26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38.325" v="315" actId="207"/>
          <ac:spMkLst>
            <pc:docMk/>
            <pc:sldMk cId="0" sldId="26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6:34.358" v="314" actId="207"/>
          <ac:spMkLst>
            <pc:docMk/>
            <pc:sldMk cId="0" sldId="260"/>
            <ac:spMk id="35" creationId="{00000000-0000-0000-0000-000000000000}"/>
          </ac:spMkLst>
        </pc:spChg>
      </pc:sldChg>
      <pc:sldChg chg="addSp delSp modSp mod">
        <pc:chgData name="JEISA MATHEW" userId="05ebb031b9311ef8" providerId="LiveId" clId="{0B5BADA0-EADF-41A1-AAFD-3B897C5B0FA5}" dt="2026-08-30T17:29:38.627" v="331" actId="167"/>
        <pc:sldMkLst>
          <pc:docMk/>
          <pc:sldMk cId="0" sldId="261"/>
        </pc:sldMkLst>
        <pc:spChg chg="mod">
          <ac:chgData name="JEISA MATHEW" userId="05ebb031b9311ef8" providerId="LiveId" clId="{0B5BADA0-EADF-41A1-AAFD-3B897C5B0FA5}" dt="2026-08-30T17:28:22.710" v="321" actId="207"/>
          <ac:spMkLst>
            <pc:docMk/>
            <pc:sldMk cId="0" sldId="261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26.665" v="322" actId="207"/>
          <ac:spMkLst>
            <pc:docMk/>
            <pc:sldMk cId="0" sldId="261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7:37.645" v="318" actId="207"/>
          <ac:spMkLst>
            <pc:docMk/>
            <pc:sldMk cId="0" sldId="261"/>
            <ac:spMk id="5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6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9:03.828" v="326" actId="207"/>
          <ac:spMkLst>
            <pc:docMk/>
            <pc:sldMk cId="0" sldId="261"/>
            <ac:spMk id="70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29:14.685" v="327" actId="478"/>
          <ac:picMkLst>
            <pc:docMk/>
            <pc:sldMk cId="0" sldId="261"/>
            <ac:picMk id="49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29:38.627" v="331" actId="167"/>
          <ac:picMkLst>
            <pc:docMk/>
            <pc:sldMk cId="0" sldId="261"/>
            <ac:picMk id="74" creationId="{4F3CFD02-1DE0-9264-04E4-2DF0E1937ADC}"/>
          </ac:picMkLst>
        </pc:picChg>
      </pc:sldChg>
      <pc:sldChg chg="addSp delSp modSp mod">
        <pc:chgData name="JEISA MATHEW" userId="05ebb031b9311ef8" providerId="LiveId" clId="{0B5BADA0-EADF-41A1-AAFD-3B897C5B0FA5}" dt="2026-08-30T17:35:47.321" v="378" actId="20577"/>
        <pc:sldMkLst>
          <pc:docMk/>
          <pc:sldMk cId="0" sldId="262"/>
        </pc:sldMkLst>
        <pc:spChg chg="mod">
          <ac:chgData name="JEISA MATHEW" userId="05ebb031b9311ef8" providerId="LiveId" clId="{0B5BADA0-EADF-41A1-AAFD-3B897C5B0FA5}" dt="2026-08-30T17:35:47.321" v="378" actId="20577"/>
          <ac:spMkLst>
            <pc:docMk/>
            <pc:sldMk cId="0" sldId="262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3:49.370" v="361" actId="14100"/>
          <ac:spMkLst>
            <pc:docMk/>
            <pc:sldMk cId="0" sldId="262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2:52.627" v="352" actId="14100"/>
          <ac:spMkLst>
            <pc:docMk/>
            <pc:sldMk cId="0" sldId="262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28:52.332" v="324" actId="2711"/>
          <ac:spMkLst>
            <pc:docMk/>
            <pc:sldMk cId="0" sldId="262"/>
            <ac:spMk id="35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31:44.420" v="345" actId="207"/>
          <ac:picMkLst>
            <pc:docMk/>
            <pc:sldMk cId="0" sldId="262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29:50.037" v="332" actId="478"/>
          <ac:picMkLst>
            <pc:docMk/>
            <pc:sldMk cId="0" sldId="262"/>
            <ac:picMk id="28" creationId="{00000000-0000-0000-0000-000000000000}"/>
          </ac:picMkLst>
        </pc:picChg>
        <pc:picChg chg="del mod ord">
          <ac:chgData name="JEISA MATHEW" userId="05ebb031b9311ef8" providerId="LiveId" clId="{0B5BADA0-EADF-41A1-AAFD-3B897C5B0FA5}" dt="2026-08-30T17:32:14.229" v="347" actId="478"/>
          <ac:picMkLst>
            <pc:docMk/>
            <pc:sldMk cId="0" sldId="262"/>
            <ac:picMk id="30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30:05.650" v="336" actId="167"/>
          <ac:picMkLst>
            <pc:docMk/>
            <pc:sldMk cId="0" sldId="262"/>
            <ac:picMk id="36" creationId="{0BCFC1B7-6343-7169-92CE-F5F9ACA22144}"/>
          </ac:picMkLst>
        </pc:picChg>
        <pc:picChg chg="add mod">
          <ac:chgData name="JEISA MATHEW" userId="05ebb031b9311ef8" providerId="LiveId" clId="{0B5BADA0-EADF-41A1-AAFD-3B897C5B0FA5}" dt="2026-08-30T17:32:40.572" v="351" actId="207"/>
          <ac:picMkLst>
            <pc:docMk/>
            <pc:sldMk cId="0" sldId="262"/>
            <ac:picMk id="38" creationId="{1E6073E5-7968-33A5-A02E-24BD06F7A764}"/>
          </ac:picMkLst>
        </pc:picChg>
        <pc:picChg chg="add mod">
          <ac:chgData name="JEISA MATHEW" userId="05ebb031b9311ef8" providerId="LiveId" clId="{0B5BADA0-EADF-41A1-AAFD-3B897C5B0FA5}" dt="2026-08-30T17:33:36.955" v="360" actId="14100"/>
          <ac:picMkLst>
            <pc:docMk/>
            <pc:sldMk cId="0" sldId="262"/>
            <ac:picMk id="39" creationId="{A71354E8-A549-4579-6EFA-E0B2FDD99BF0}"/>
          </ac:picMkLst>
        </pc:picChg>
      </pc:sldChg>
      <pc:sldChg chg="delSp modSp mod">
        <pc:chgData name="JEISA MATHEW" userId="05ebb031b9311ef8" providerId="LiveId" clId="{0B5BADA0-EADF-41A1-AAFD-3B897C5B0FA5}" dt="2026-08-30T17:38:00.754" v="399" actId="20577"/>
        <pc:sldMkLst>
          <pc:docMk/>
          <pc:sldMk cId="0" sldId="263"/>
        </pc:sldMkLst>
        <pc:spChg chg="del mod">
          <ac:chgData name="JEISA MATHEW" userId="05ebb031b9311ef8" providerId="LiveId" clId="{0B5BADA0-EADF-41A1-AAFD-3B897C5B0FA5}" dt="2026-08-30T17:36:13.680" v="382" actId="478"/>
          <ac:spMkLst>
            <pc:docMk/>
            <pc:sldMk cId="0" sldId="263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6:17.599" v="383" actId="478"/>
          <ac:spMkLst>
            <pc:docMk/>
            <pc:sldMk cId="0" sldId="263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00.754" v="399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5.460" v="367" actId="1410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39.514" v="369" actId="14100"/>
          <ac:spMkLst>
            <pc:docMk/>
            <pc:sldMk cId="0" sldId="263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1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13.638" v="363" actId="2711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4:49.587" v="370" actId="1076"/>
          <ac:spMkLst>
            <pc:docMk/>
            <pc:sldMk cId="0" sldId="263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3.770" v="373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18.867" v="374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2.796" v="375" actId="1076"/>
          <ac:spMkLst>
            <pc:docMk/>
            <pc:sldMk cId="0" sldId="263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5:28.242" v="376" actId="1076"/>
          <ac:spMkLst>
            <pc:docMk/>
            <pc:sldMk cId="0" sldId="263"/>
            <ac:spMk id="35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36:09.267" v="380" actId="478"/>
          <ac:picMkLst>
            <pc:docMk/>
            <pc:sldMk cId="0" sldId="263"/>
            <ac:picMk id="2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35:05.471" v="372" actId="1076"/>
          <ac:picMkLst>
            <pc:docMk/>
            <pc:sldMk cId="0" sldId="263"/>
            <ac:picMk id="18" creationId="{00000000-0000-0000-0000-000000000000}"/>
          </ac:picMkLst>
        </pc:picChg>
      </pc:sldChg>
      <pc:sldChg chg="delSp modSp mod">
        <pc:chgData name="JEISA MATHEW" userId="05ebb031b9311ef8" providerId="LiveId" clId="{0B5BADA0-EADF-41A1-AAFD-3B897C5B0FA5}" dt="2026-08-30T17:41:46.334" v="428" actId="20577"/>
        <pc:sldMkLst>
          <pc:docMk/>
          <pc:sldMk cId="0" sldId="264"/>
        </pc:sldMkLst>
        <pc:spChg chg="mod">
          <ac:chgData name="JEISA MATHEW" userId="05ebb031b9311ef8" providerId="LiveId" clId="{0B5BADA0-EADF-41A1-AAFD-3B897C5B0FA5}" dt="2026-08-30T17:41:46.334" v="428" actId="20577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39:51.172" v="413" actId="478"/>
          <ac:spMkLst>
            <pc:docMk/>
            <pc:sldMk cId="0" sldId="264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57.654" v="414" actId="207"/>
          <ac:spMkLst>
            <pc:docMk/>
            <pc:sldMk cId="0" sldId="264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03.558" v="415" actId="207"/>
          <ac:spMkLst>
            <pc:docMk/>
            <pc:sldMk cId="0" sldId="264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07.735" v="416" actId="207"/>
          <ac:spMkLst>
            <pc:docMk/>
            <pc:sldMk cId="0" sldId="264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14.894" v="418" actId="207"/>
          <ac:spMkLst>
            <pc:docMk/>
            <pc:sldMk cId="0" sldId="264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10.488" v="417" actId="207"/>
          <ac:spMkLst>
            <pc:docMk/>
            <pc:sldMk cId="0" sldId="264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57.862" v="406" actId="207"/>
          <ac:spMkLst>
            <pc:docMk/>
            <pc:sldMk cId="0" sldId="264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53.782" v="405" actId="207"/>
          <ac:spMkLst>
            <pc:docMk/>
            <pc:sldMk cId="0" sldId="264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10.967" v="409" actId="207"/>
          <ac:spMkLst>
            <pc:docMk/>
            <pc:sldMk cId="0" sldId="264"/>
            <ac:spMk id="4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01.270" v="407" actId="207"/>
          <ac:spMkLst>
            <pc:docMk/>
            <pc:sldMk cId="0" sldId="264"/>
            <ac:spMk id="4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8:44.014" v="404" actId="207"/>
          <ac:spMkLst>
            <pc:docMk/>
            <pc:sldMk cId="0" sldId="264"/>
            <ac:spMk id="4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40.737" v="412" actId="207"/>
          <ac:spMkLst>
            <pc:docMk/>
            <pc:sldMk cId="0" sldId="264"/>
            <ac:spMk id="4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39:25.494" v="411" actId="207"/>
          <ac:spMkLst>
            <pc:docMk/>
            <pc:sldMk cId="0" sldId="264"/>
            <ac:spMk id="50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38:34.834" v="403" actId="14100"/>
          <ac:picMkLst>
            <pc:docMk/>
            <pc:sldMk cId="0" sldId="264"/>
            <ac:picMk id="51" creationId="{00000000-0000-0000-0000-000000000000}"/>
          </ac:picMkLst>
        </pc:picChg>
      </pc:sldChg>
      <pc:sldChg chg="modSp mod">
        <pc:chgData name="JEISA MATHEW" userId="05ebb031b9311ef8" providerId="LiveId" clId="{0B5BADA0-EADF-41A1-AAFD-3B897C5B0FA5}" dt="2026-08-30T17:41:57.246" v="431" actId="207"/>
        <pc:sldMkLst>
          <pc:docMk/>
          <pc:sldMk cId="0" sldId="265"/>
        </pc:sldMkLst>
        <pc:spChg chg="mod">
          <ac:chgData name="JEISA MATHEW" userId="05ebb031b9311ef8" providerId="LiveId" clId="{0B5BADA0-EADF-41A1-AAFD-3B897C5B0FA5}" dt="2026-08-30T17:41:51.772" v="430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01.479" v="422" actId="207"/>
          <ac:spMkLst>
            <pc:docMk/>
            <pc:sldMk cId="0" sldId="265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41.117" v="421" actId="207"/>
          <ac:spMkLst>
            <pc:docMk/>
            <pc:sldMk cId="0" sldId="265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1.535" v="424" actId="207"/>
          <ac:spMkLst>
            <pc:docMk/>
            <pc:sldMk cId="0" sldId="265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08.318" v="423" actId="207"/>
          <ac:spMkLst>
            <pc:docMk/>
            <pc:sldMk cId="0" sldId="265"/>
            <ac:spMk id="3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4.301" v="425" actId="207"/>
          <ac:spMkLst>
            <pc:docMk/>
            <pc:sldMk cId="0" sldId="265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18.339" v="426" actId="207"/>
          <ac:spMkLst>
            <pc:docMk/>
            <pc:sldMk cId="0" sldId="265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1:57.246" v="431" actId="207"/>
          <ac:spMkLst>
            <pc:docMk/>
            <pc:sldMk cId="0" sldId="265"/>
            <ac:spMk id="4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0:32.207" v="420" actId="207"/>
          <ac:spMkLst>
            <pc:docMk/>
            <pc:sldMk cId="0" sldId="265"/>
            <ac:spMk id="46" creationId="{00000000-0000-0000-0000-000000000000}"/>
          </ac:spMkLst>
        </pc:spChg>
      </pc:sldChg>
      <pc:sldChg chg="addSp delSp modSp mod">
        <pc:chgData name="JEISA MATHEW" userId="05ebb031b9311ef8" providerId="LiveId" clId="{0B5BADA0-EADF-41A1-AAFD-3B897C5B0FA5}" dt="2026-08-30T17:53:21.487" v="513" actId="207"/>
        <pc:sldMkLst>
          <pc:docMk/>
          <pc:sldMk cId="0" sldId="266"/>
        </pc:sldMkLst>
        <pc:spChg chg="mod">
          <ac:chgData name="JEISA MATHEW" userId="05ebb031b9311ef8" providerId="LiveId" clId="{0B5BADA0-EADF-41A1-AAFD-3B897C5B0FA5}" dt="2026-08-30T17:45:25.127" v="471"/>
          <ac:spMkLst>
            <pc:docMk/>
            <pc:sldMk cId="0" sldId="266"/>
            <ac:spMk id="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5:39.971" v="473" actId="14100"/>
          <ac:spMkLst>
            <pc:docMk/>
            <pc:sldMk cId="0" sldId="266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3:21.487" v="513" actId="20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5:36.136" v="472" actId="14100"/>
          <ac:spMkLst>
            <pc:docMk/>
            <pc:sldMk cId="0" sldId="266"/>
            <ac:spMk id="2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2:24.578" v="436" actId="207"/>
          <ac:spMkLst>
            <pc:docMk/>
            <pc:sldMk cId="0" sldId="266"/>
            <ac:spMk id="42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42:41.787" v="437" actId="478"/>
          <ac:picMkLst>
            <pc:docMk/>
            <pc:sldMk cId="0" sldId="266"/>
            <ac:picMk id="24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3:01.357" v="442" actId="167"/>
          <ac:picMkLst>
            <pc:docMk/>
            <pc:sldMk cId="0" sldId="266"/>
            <ac:picMk id="43" creationId="{3BDC08D5-5D82-9D9E-42FF-A3D6B25FFE63}"/>
          </ac:picMkLst>
        </pc:picChg>
      </pc:sldChg>
      <pc:sldChg chg="addSp delSp modSp mod">
        <pc:chgData name="JEISA MATHEW" userId="05ebb031b9311ef8" providerId="LiveId" clId="{0B5BADA0-EADF-41A1-AAFD-3B897C5B0FA5}" dt="2026-08-30T17:54:02.427" v="515" actId="20577"/>
        <pc:sldMkLst>
          <pc:docMk/>
          <pc:sldMk cId="0" sldId="267"/>
        </pc:sldMkLst>
        <pc:spChg chg="mod">
          <ac:chgData name="JEISA MATHEW" userId="05ebb031b9311ef8" providerId="LiveId" clId="{0B5BADA0-EADF-41A1-AAFD-3B897C5B0FA5}" dt="2026-08-30T17:54:02.427" v="515" actId="20577"/>
          <ac:spMkLst>
            <pc:docMk/>
            <pc:sldMk cId="0" sldId="267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49:07.256" v="492" actId="478"/>
          <ac:spMkLst>
            <pc:docMk/>
            <pc:sldMk cId="0" sldId="267"/>
            <ac:spMk id="3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7:49:14.178" v="494" actId="478"/>
          <ac:spMkLst>
            <pc:docMk/>
            <pc:sldMk cId="0" sldId="267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05.155" v="481" actId="14100"/>
          <ac:spMkLst>
            <pc:docMk/>
            <pc:sldMk cId="0" sldId="267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1.020" v="482" actId="107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14.528" v="483" actId="1076"/>
          <ac:spMkLst>
            <pc:docMk/>
            <pc:sldMk cId="0" sldId="267"/>
            <ac:spMk id="1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2.555" v="484" actId="14100"/>
          <ac:spMkLst>
            <pc:docMk/>
            <pc:sldMk cId="0" sldId="267"/>
            <ac:spMk id="2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25.507" v="485" actId="14100"/>
          <ac:spMkLst>
            <pc:docMk/>
            <pc:sldMk cId="0" sldId="267"/>
            <ac:spMk id="2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31.428" v="486" actId="14100"/>
          <ac:spMkLst>
            <pc:docMk/>
            <pc:sldMk cId="0" sldId="267"/>
            <ac:spMk id="2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2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9:30.205" v="496" actId="14100"/>
          <ac:spMkLst>
            <pc:docMk/>
            <pc:sldMk cId="0" sldId="267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8:57.558" v="490" actId="207"/>
          <ac:spMkLst>
            <pc:docMk/>
            <pc:sldMk cId="0" sldId="267"/>
            <ac:spMk id="3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47:41.673" v="477" actId="2711"/>
          <ac:spMkLst>
            <pc:docMk/>
            <pc:sldMk cId="0" sldId="267"/>
            <ac:spMk id="35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7:49:10.619" v="493" actId="478"/>
          <ac:picMkLst>
            <pc:docMk/>
            <pc:sldMk cId="0" sldId="267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47:46.606" v="478" actId="478"/>
          <ac:picMkLst>
            <pc:docMk/>
            <pc:sldMk cId="0" sldId="267"/>
            <ac:picMk id="2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7:51:06.404" v="500" actId="14826"/>
          <ac:picMkLst>
            <pc:docMk/>
            <pc:sldMk cId="0" sldId="267"/>
            <ac:picMk id="36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48:44.483" v="489" actId="167"/>
          <ac:picMkLst>
            <pc:docMk/>
            <pc:sldMk cId="0" sldId="267"/>
            <ac:picMk id="46" creationId="{5DEC35BB-D11B-8D2E-63F1-2B5C60F2EE91}"/>
          </ac:picMkLst>
        </pc:picChg>
      </pc:sldChg>
      <pc:sldChg chg="del">
        <pc:chgData name="JEISA MATHEW" userId="05ebb031b9311ef8" providerId="LiveId" clId="{0B5BADA0-EADF-41A1-AAFD-3B897C5B0FA5}" dt="2026-08-30T17:47:23.024" v="475" actId="2696"/>
        <pc:sldMkLst>
          <pc:docMk/>
          <pc:sldMk cId="0" sldId="268"/>
        </pc:sldMkLst>
      </pc:sldChg>
      <pc:sldChg chg="delSp modSp mod">
        <pc:chgData name="JEISA MATHEW" userId="05ebb031b9311ef8" providerId="LiveId" clId="{0B5BADA0-EADF-41A1-AAFD-3B897C5B0FA5}" dt="2026-08-30T17:54:20.114" v="518" actId="14100"/>
        <pc:sldMkLst>
          <pc:docMk/>
          <pc:sldMk cId="0" sldId="269"/>
        </pc:sldMkLst>
        <pc:spChg chg="mod">
          <ac:chgData name="JEISA MATHEW" userId="05ebb031b9311ef8" providerId="LiveId" clId="{0B5BADA0-EADF-41A1-AAFD-3B897C5B0FA5}" dt="2026-08-30T17:54:20.114" v="518" actId="14100"/>
          <ac:spMkLst>
            <pc:docMk/>
            <pc:sldMk cId="0" sldId="269"/>
            <ac:spMk id="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34.101" v="503" actId="478"/>
          <ac:spMkLst>
            <pc:docMk/>
            <pc:sldMk cId="0" sldId="269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1:40.195" v="504" actId="478"/>
          <ac:spMkLst>
            <pc:docMk/>
            <pc:sldMk cId="0" sldId="269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59.786" v="506" actId="1392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1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2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3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42.980" v="509" actId="14100"/>
          <ac:spMkLst>
            <pc:docMk/>
            <pc:sldMk cId="0" sldId="269"/>
            <ac:spMk id="4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1:29.889" v="502" actId="2711"/>
          <ac:spMkLst>
            <pc:docMk/>
            <pc:sldMk cId="0" sldId="269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2:51.796" v="510" actId="1076"/>
          <ac:spMkLst>
            <pc:docMk/>
            <pc:sldMk cId="0" sldId="269"/>
            <ac:spMk id="4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3:00.555" v="511" actId="478"/>
          <ac:spMkLst>
            <pc:docMk/>
            <pc:sldMk cId="0" sldId="269"/>
            <ac:spMk id="48" creationId="{00000000-0000-0000-0000-000000000000}"/>
          </ac:spMkLst>
        </pc:spChg>
        <pc:picChg chg="mod">
          <ac:chgData name="JEISA MATHEW" userId="05ebb031b9311ef8" providerId="LiveId" clId="{0B5BADA0-EADF-41A1-AAFD-3B897C5B0FA5}" dt="2026-08-30T17:52:37.482" v="508" actId="1076"/>
          <ac:picMkLst>
            <pc:docMk/>
            <pc:sldMk cId="0" sldId="269"/>
            <ac:picMk id="40" creationId="{00000000-0000-0000-0000-000000000000}"/>
          </ac:picMkLst>
        </pc:picChg>
      </pc:sldChg>
      <pc:sldChg chg="addSp delSp modSp mod">
        <pc:chgData name="JEISA MATHEW" userId="05ebb031b9311ef8" providerId="LiveId" clId="{0B5BADA0-EADF-41A1-AAFD-3B897C5B0FA5}" dt="2026-08-30T18:04:06.982" v="631" actId="14100"/>
        <pc:sldMkLst>
          <pc:docMk/>
          <pc:sldMk cId="0" sldId="270"/>
        </pc:sldMkLst>
        <pc:spChg chg="del mod">
          <ac:chgData name="JEISA MATHEW" userId="05ebb031b9311ef8" providerId="LiveId" clId="{0B5BADA0-EADF-41A1-AAFD-3B897C5B0FA5}" dt="2026-08-30T17:54:53.624" v="523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4:45.842" v="520" actId="478"/>
          <ac:spMkLst>
            <pc:docMk/>
            <pc:sldMk cId="0" sldId="270"/>
            <ac:spMk id="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16.154" v="549" actId="20577"/>
          <ac:spMkLst>
            <pc:docMk/>
            <pc:sldMk cId="0" sldId="270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7:17.178" v="558" actId="478"/>
          <ac:spMkLst>
            <pc:docMk/>
            <pc:sldMk cId="0" sldId="270"/>
            <ac:spMk id="7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9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1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2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13.219" v="557" actId="20577"/>
          <ac:spMkLst>
            <pc:docMk/>
            <pc:sldMk cId="0" sldId="270"/>
            <ac:spMk id="26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0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1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4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35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9:36.702" v="595" actId="14100"/>
          <ac:spMkLst>
            <pc:docMk/>
            <pc:sldMk cId="0" sldId="270"/>
            <ac:spMk id="38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8:07.429" v="580" actId="1076"/>
          <ac:spMkLst>
            <pc:docMk/>
            <pc:sldMk cId="0" sldId="270"/>
            <ac:spMk id="39" creationId="{00000000-0000-0000-0000-000000000000}"/>
          </ac:spMkLst>
        </pc:spChg>
        <pc:spChg chg="del">
          <ac:chgData name="JEISA MATHEW" userId="05ebb031b9311ef8" providerId="LiveId" clId="{0B5BADA0-EADF-41A1-AAFD-3B897C5B0FA5}" dt="2026-08-30T17:58:20.463" v="581" actId="478"/>
          <ac:spMkLst>
            <pc:docMk/>
            <pc:sldMk cId="0" sldId="270"/>
            <ac:spMk id="42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7:31.481" v="560" actId="20577"/>
          <ac:spMkLst>
            <pc:docMk/>
            <pc:sldMk cId="0" sldId="270"/>
            <ac:spMk id="43" creationId="{00000000-0000-0000-0000-000000000000}"/>
          </ac:spMkLst>
        </pc:spChg>
        <pc:spChg chg="mod">
          <ac:chgData name="JEISA MATHEW" userId="05ebb031b9311ef8" providerId="LiveId" clId="{0B5BADA0-EADF-41A1-AAFD-3B897C5B0FA5}" dt="2026-08-30T17:56:28.958" v="551" actId="2711"/>
          <ac:spMkLst>
            <pc:docMk/>
            <pc:sldMk cId="0" sldId="270"/>
            <ac:spMk id="45" creationId="{00000000-0000-0000-0000-000000000000}"/>
          </ac:spMkLst>
        </pc:spChg>
        <pc:spChg chg="add del">
          <ac:chgData name="JEISA MATHEW" userId="05ebb031b9311ef8" providerId="LiveId" clId="{0B5BADA0-EADF-41A1-AAFD-3B897C5B0FA5}" dt="2026-08-30T17:58:56.166" v="586" actId="22"/>
          <ac:spMkLst>
            <pc:docMk/>
            <pc:sldMk cId="0" sldId="270"/>
            <ac:spMk id="55" creationId="{92B6F367-86A4-2829-9EDE-1391712A7B40}"/>
          </ac:spMkLst>
        </pc:spChg>
        <pc:spChg chg="add mod">
          <ac:chgData name="JEISA MATHEW" userId="05ebb031b9311ef8" providerId="LiveId" clId="{0B5BADA0-EADF-41A1-AAFD-3B897C5B0FA5}" dt="2026-08-30T18:00:16.477" v="604" actId="1076"/>
          <ac:spMkLst>
            <pc:docMk/>
            <pc:sldMk cId="0" sldId="270"/>
            <ac:spMk id="57" creationId="{15D1A5CB-4353-6C5E-EBAD-C3C89C807521}"/>
          </ac:spMkLst>
        </pc:spChg>
        <pc:picChg chg="del">
          <ac:chgData name="JEISA MATHEW" userId="05ebb031b9311ef8" providerId="LiveId" clId="{0B5BADA0-EADF-41A1-AAFD-3B897C5B0FA5}" dt="2026-08-30T17:54:47.754" v="521" actId="478"/>
          <ac:picMkLst>
            <pc:docMk/>
            <pc:sldMk cId="0" sldId="270"/>
            <ac:picMk id="2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54:42.768" v="519" actId="478"/>
          <ac:picMkLst>
            <pc:docMk/>
            <pc:sldMk cId="0" sldId="270"/>
            <ac:picMk id="4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8:04:06.982" v="631" actId="14100"/>
          <ac:picMkLst>
            <pc:docMk/>
            <pc:sldMk cId="0" sldId="270"/>
            <ac:picMk id="17" creationId="{00000000-0000-0000-0000-000000000000}"/>
          </ac:picMkLst>
        </pc:picChg>
        <pc:picChg chg="mod">
          <ac:chgData name="JEISA MATHEW" userId="05ebb031b9311ef8" providerId="LiveId" clId="{0B5BADA0-EADF-41A1-AAFD-3B897C5B0FA5}" dt="2026-08-30T18:04:01.917" v="630" actId="14100"/>
          <ac:picMkLst>
            <pc:docMk/>
            <pc:sldMk cId="0" sldId="270"/>
            <ac:picMk id="21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7:56:33.422" v="552" actId="478"/>
          <ac:picMkLst>
            <pc:docMk/>
            <pc:sldMk cId="0" sldId="270"/>
            <ac:picMk id="25" creationId="{00000000-0000-0000-0000-000000000000}"/>
          </ac:picMkLst>
        </pc:picChg>
        <pc:picChg chg="add mod ord">
          <ac:chgData name="JEISA MATHEW" userId="05ebb031b9311ef8" providerId="LiveId" clId="{0B5BADA0-EADF-41A1-AAFD-3B897C5B0FA5}" dt="2026-08-30T17:56:49.646" v="556" actId="167"/>
          <ac:picMkLst>
            <pc:docMk/>
            <pc:sldMk cId="0" sldId="270"/>
            <ac:picMk id="52" creationId="{A1B56752-7D7C-B8EF-6AE6-524F365E9B14}"/>
          </ac:picMkLst>
        </pc:picChg>
        <pc:picChg chg="add mod">
          <ac:chgData name="JEISA MATHEW" userId="05ebb031b9311ef8" providerId="LiveId" clId="{0B5BADA0-EADF-41A1-AAFD-3B897C5B0FA5}" dt="2026-08-30T17:58:32.713" v="582"/>
          <ac:picMkLst>
            <pc:docMk/>
            <pc:sldMk cId="0" sldId="270"/>
            <ac:picMk id="53" creationId="{6A2F705B-DC47-889A-0A0A-A75991460931}"/>
          </ac:picMkLst>
        </pc:picChg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1"/>
        </pc:sldMkLst>
      </pc:sldChg>
      <pc:sldChg chg="del">
        <pc:chgData name="JEISA MATHEW" userId="05ebb031b9311ef8" providerId="LiveId" clId="{0B5BADA0-EADF-41A1-AAFD-3B897C5B0FA5}" dt="2026-08-30T18:01:21.809" v="605" actId="2696"/>
        <pc:sldMkLst>
          <pc:docMk/>
          <pc:sldMk cId="0" sldId="272"/>
        </pc:sldMkLst>
      </pc:sldChg>
      <pc:sldChg chg="addSp delSp modSp mod">
        <pc:chgData name="JEISA MATHEW" userId="05ebb031b9311ef8" providerId="LiveId" clId="{0B5BADA0-EADF-41A1-AAFD-3B897C5B0FA5}" dt="2026-08-30T18:03:52.813" v="628" actId="1076"/>
        <pc:sldMkLst>
          <pc:docMk/>
          <pc:sldMk cId="0" sldId="273"/>
        </pc:sldMkLst>
        <pc:spChg chg="mod">
          <ac:chgData name="JEISA MATHEW" userId="05ebb031b9311ef8" providerId="LiveId" clId="{0B5BADA0-EADF-41A1-AAFD-3B897C5B0FA5}" dt="2026-08-30T18:02:47.727" v="615" actId="6549"/>
          <ac:spMkLst>
            <pc:docMk/>
            <pc:sldMk cId="0" sldId="273"/>
            <ac:spMk id="5" creationId="{00000000-0000-0000-0000-000000000000}"/>
          </ac:spMkLst>
        </pc:spChg>
        <pc:spChg chg="add del mod">
          <ac:chgData name="JEISA MATHEW" userId="05ebb031b9311ef8" providerId="LiveId" clId="{0B5BADA0-EADF-41A1-AAFD-3B897C5B0FA5}" dt="2026-08-30T18:03:52.813" v="628" actId="1076"/>
          <ac:spMkLst>
            <pc:docMk/>
            <pc:sldMk cId="0" sldId="273"/>
            <ac:spMk id="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38.093" v="606" actId="478"/>
          <ac:spMkLst>
            <pc:docMk/>
            <pc:sldMk cId="0" sldId="273"/>
            <ac:spMk id="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1:56.377" v="607" actId="478"/>
          <ac:spMkLst>
            <pc:docMk/>
            <pc:sldMk cId="0" sldId="273"/>
            <ac:spMk id="1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01.698" v="608" actId="478"/>
          <ac:spMkLst>
            <pc:docMk/>
            <pc:sldMk cId="0" sldId="273"/>
            <ac:spMk id="17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0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1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28.502" v="610" actId="478"/>
          <ac:spMkLst>
            <pc:docMk/>
            <pc:sldMk cId="0" sldId="273"/>
            <ac:spMk id="22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5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6" creationId="{00000000-0000-0000-0000-000000000000}"/>
          </ac:spMkLst>
        </pc:spChg>
        <pc:spChg chg="del">
          <ac:chgData name="JEISA MATHEW" userId="05ebb031b9311ef8" providerId="LiveId" clId="{0B5BADA0-EADF-41A1-AAFD-3B897C5B0FA5}" dt="2026-08-30T18:02:17.608" v="609" actId="478"/>
          <ac:spMkLst>
            <pc:docMk/>
            <pc:sldMk cId="0" sldId="273"/>
            <ac:spMk id="27" creationId="{00000000-0000-0000-0000-000000000000}"/>
          </ac:spMkLst>
        </pc:spChg>
        <pc:spChg chg="del mod">
          <ac:chgData name="JEISA MATHEW" userId="05ebb031b9311ef8" providerId="LiveId" clId="{0B5BADA0-EADF-41A1-AAFD-3B897C5B0FA5}" dt="2026-08-30T18:02:42.206" v="613" actId="478"/>
          <ac:spMkLst>
            <pc:docMk/>
            <pc:sldMk cId="0" sldId="273"/>
            <ac:spMk id="29" creationId="{00000000-0000-0000-0000-000000000000}"/>
          </ac:spMkLst>
        </pc:spChg>
        <pc:picChg chg="del">
          <ac:chgData name="JEISA MATHEW" userId="05ebb031b9311ef8" providerId="LiveId" clId="{0B5BADA0-EADF-41A1-AAFD-3B897C5B0FA5}" dt="2026-08-30T18:02:45.007" v="614" actId="478"/>
          <ac:picMkLst>
            <pc:docMk/>
            <pc:sldMk cId="0" sldId="273"/>
            <ac:picMk id="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56.377" v="607" actId="478"/>
          <ac:picMkLst>
            <pc:docMk/>
            <pc:sldMk cId="0" sldId="273"/>
            <ac:picMk id="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01.698" v="608" actId="478"/>
          <ac:picMkLst>
            <pc:docMk/>
            <pc:sldMk cId="0" sldId="273"/>
            <ac:picMk id="1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18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28.502" v="610" actId="478"/>
          <ac:picMkLst>
            <pc:docMk/>
            <pc:sldMk cId="0" sldId="273"/>
            <ac:picMk id="19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1:38.093" v="606" actId="478"/>
          <ac:picMkLst>
            <pc:docMk/>
            <pc:sldMk cId="0" sldId="273"/>
            <ac:picMk id="23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17.608" v="609" actId="478"/>
          <ac:picMkLst>
            <pc:docMk/>
            <pc:sldMk cId="0" sldId="273"/>
            <ac:picMk id="24" creationId="{00000000-0000-0000-0000-000000000000}"/>
          </ac:picMkLst>
        </pc:picChg>
        <pc:picChg chg="del">
          <ac:chgData name="JEISA MATHEW" userId="05ebb031b9311ef8" providerId="LiveId" clId="{0B5BADA0-EADF-41A1-AAFD-3B897C5B0FA5}" dt="2026-08-30T18:02:32.680" v="611" actId="478"/>
          <ac:picMkLst>
            <pc:docMk/>
            <pc:sldMk cId="0" sldId="273"/>
            <ac:picMk id="2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9895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5" Type="http://schemas.openxmlformats.org/officeDocument/2006/relationships/image" Target="../media/image10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3.png"/><Relationship Id="rId5" Type="http://schemas.openxmlformats.org/officeDocument/2006/relationships/image" Target="../media/image13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3" Type="http://schemas.openxmlformats.org/officeDocument/2006/relationships/image" Target="../media/image138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76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4" Type="http://schemas.openxmlformats.org/officeDocument/2006/relationships/image" Target="../media/image139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27210" y="5208494"/>
            <a:ext cx="11344835" cy="164950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</a:t>
            </a: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CHARGING</a:t>
            </a:r>
            <a:r>
              <a:rPr lang="en-US" sz="4400" b="1" kern="0" spc="-1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RECOMMENDATION DASHBOARD</a:t>
            </a:r>
            <a:endParaRPr lang="en-US" sz="44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0" name="Text 4"/>
          <p:cNvSpPr txBox="1"/>
          <p:nvPr/>
        </p:nvSpPr>
        <p:spPr>
          <a:xfrm>
            <a:off x="8810625" y="4981575"/>
            <a:ext cx="2647950" cy="12573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endParaRPr lang="en-US" sz="13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Image 0" descr="preencoded.png">
            <a:extLst>
              <a:ext uri="{FF2B5EF4-FFF2-40B4-BE49-F238E27FC236}">
                <a16:creationId xmlns:a16="http://schemas.microsoft.com/office/drawing/2014/main" id="{2BB81A31-293A-14A3-9DFB-383F70C4E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5" y="3701942"/>
            <a:ext cx="4981575" cy="1952521"/>
          </a:xfrm>
          <a:prstGeom prst="rect">
            <a:avLst/>
          </a:prstGeom>
          <a:noFill/>
        </p:spPr>
      </p:pic>
      <p:pic>
        <p:nvPicPr>
          <p:cNvPr id="34" name="Image 0" descr="preencoded.png">
            <a:extLst>
              <a:ext uri="{FF2B5EF4-FFF2-40B4-BE49-F238E27FC236}">
                <a16:creationId xmlns:a16="http://schemas.microsoft.com/office/drawing/2014/main" id="{B74D83A4-F8BF-595E-2DE2-E923B379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64" y="3684494"/>
            <a:ext cx="4211172" cy="1952521"/>
          </a:xfrm>
          <a:prstGeom prst="rect">
            <a:avLst/>
          </a:prstGeom>
          <a:noFill/>
        </p:spPr>
      </p:pic>
      <p:pic>
        <p:nvPicPr>
          <p:cNvPr id="32" name="Image 0" descr="preencoded.png">
            <a:extLst>
              <a:ext uri="{FF2B5EF4-FFF2-40B4-BE49-F238E27FC236}">
                <a16:creationId xmlns:a16="http://schemas.microsoft.com/office/drawing/2014/main" id="{8D9B0E85-E98B-28D8-9B98-C35C9C579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5476" y="1224171"/>
            <a:ext cx="4981575" cy="1952521"/>
          </a:xfrm>
          <a:prstGeom prst="rect">
            <a:avLst/>
          </a:prstGeom>
          <a:noFill/>
        </p:spPr>
      </p:pic>
      <p:sp>
        <p:nvSpPr>
          <p:cNvPr id="2" name="Text 0"/>
          <p:cNvSpPr txBox="1"/>
          <p:nvPr/>
        </p:nvSpPr>
        <p:spPr>
          <a:xfrm>
            <a:off x="533400" y="457200"/>
            <a:ext cx="11125200" cy="5542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00"/>
              </a:lnSpc>
              <a:buNone/>
            </a:pPr>
            <a:r>
              <a:rPr lang="en-US" sz="3200" b="1" kern="0" spc="-4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AGENDA</a:t>
            </a:r>
            <a:endParaRPr lang="en-US" sz="32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1" y="1220985"/>
            <a:ext cx="4370294" cy="1952521"/>
          </a:xfrm>
          <a:prstGeom prst="rect">
            <a:avLst/>
          </a:prstGeom>
          <a:noFill/>
        </p:spPr>
      </p:pic>
      <p:sp>
        <p:nvSpPr>
          <p:cNvPr id="5" name="Text 1"/>
          <p:cNvSpPr txBox="1"/>
          <p:nvPr/>
        </p:nvSpPr>
        <p:spPr>
          <a:xfrm>
            <a:off x="781050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" name="Text 2"/>
          <p:cNvSpPr txBox="1"/>
          <p:nvPr/>
        </p:nvSpPr>
        <p:spPr>
          <a:xfrm>
            <a:off x="781050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BUSINESS CONTEXT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81050" y="2082998"/>
            <a:ext cx="4981575" cy="121324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 Industry &amp; Company Examples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2. Business Background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3. Business Problem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4. Why Existing Fail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5. Business Impact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6429375" y="1459111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2" name="Text 7"/>
          <p:cNvSpPr txBox="1"/>
          <p:nvPr/>
        </p:nvSpPr>
        <p:spPr>
          <a:xfrm>
            <a:off x="6429375" y="1701998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PROBLEM DEFINITION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3" name="Text 8"/>
          <p:cNvSpPr txBox="1"/>
          <p:nvPr/>
        </p:nvSpPr>
        <p:spPr>
          <a:xfrm>
            <a:off x="6638925" y="2073473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6. Problem Statement: Build Excel Recommendation Dashboard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6638925" y="2291507"/>
            <a:ext cx="4772025" cy="17040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7. Business Objectives: Reduce search &lt;2 min, 0% stranded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781050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781050" y="4137124"/>
            <a:ext cx="4981575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SOLUTION DESIGN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781050" y="4508598"/>
            <a:ext cx="4981575" cy="105848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8. Functional Requirements </a:t>
            </a:r>
          </a:p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9. Non-Functional Requirements &amp; Data Required</a:t>
            </a:r>
          </a:p>
          <a:p>
            <a:pPr>
              <a:lnSpc>
                <a:spcPts val="1418"/>
              </a:lnSpc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10. Tech Stack: Excel Tables + Named Ranges + Haversine</a:t>
            </a:r>
            <a:endParaRPr lang="en-US" sz="1050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418"/>
              </a:lnSpc>
              <a:buNone/>
            </a:pP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6"/>
          <p:cNvSpPr txBox="1"/>
          <p:nvPr/>
        </p:nvSpPr>
        <p:spPr>
          <a:xfrm>
            <a:off x="6429375" y="3894237"/>
            <a:ext cx="498157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PART 4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7"/>
          <p:cNvSpPr txBox="1"/>
          <p:nvPr/>
        </p:nvSpPr>
        <p:spPr>
          <a:xfrm>
            <a:off x="6429375" y="4176265"/>
            <a:ext cx="4981575" cy="2751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IMPACT &amp; DELIVERABLES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638925" y="4499074"/>
            <a:ext cx="3527051" cy="17993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11. KPIs: Reachable 25.0%, Avg Distance Top5 29.9km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6638925" y="4717107"/>
            <a:ext cx="4298016" cy="4871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 Business Outcome: Load balancing, CSAT up &amp; 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1. INDUSTRY &amp;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COMPANY</a:t>
            </a: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 EXAMPLES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97" y="1068586"/>
            <a:ext cx="5467350" cy="53322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9150" y="1363861"/>
            <a:ext cx="48958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1 — INDUSTRY FOCUS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819150" y="1663898"/>
            <a:ext cx="4895850" cy="81141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EV INDUSTRY / E-MOBILITY INFRASTRUCTURE — CHARGING OPTIMIZATION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897" y="3147565"/>
            <a:ext cx="1555700" cy="88374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28700" y="3284636"/>
            <a:ext cx="1269950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$113B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1028700" y="3608486"/>
            <a:ext cx="1269950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India market by 2029 — CAGR 49%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0897" y="3147565"/>
            <a:ext cx="1555849" cy="8837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698700" y="3284636"/>
            <a:ext cx="1270099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2698700" y="3608486"/>
            <a:ext cx="1270099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Raw dataset stations • 12K+ nationally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1047" y="3147565"/>
            <a:ext cx="1555700" cy="88374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68850" y="3284636"/>
            <a:ext cx="1269950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68%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4368850" y="3608486"/>
            <a:ext cx="1269950" cy="2741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spcBef>
                <a:spcPts val="150"/>
              </a:spcBef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Users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897" y="4183707"/>
            <a:ext cx="266700" cy="2667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25711" y="3381970"/>
            <a:ext cx="160139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162847" y="4193232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Karnataka focused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Mangalore 12.9090 N, 74.8359 E as MyLat/MyLong demo location. Real lat/long with Haversine.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897" y="4629298"/>
            <a:ext cx="266700" cy="2667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15591" y="3827562"/>
            <a:ext cx="170259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1162847" y="4638823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Problem cluster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Station discovery &amp; utilization imbalance, not just availability.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1079449"/>
            <a:ext cx="5467350" cy="533221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77000" y="1363861"/>
            <a:ext cx="489585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16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POINT 2 — COMPANY EXAMPLES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6477000" y="1663898"/>
            <a:ext cx="4895850" cy="5542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CPOS FACING SAME DISCOVERY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1950" b="1" kern="0" spc="-29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&amp; LOAD PROBLEM</a:t>
            </a:r>
            <a:endParaRPr lang="en-US" sz="1950" dirty="0">
              <a:latin typeface="Arial Rounded MT Bold" panose="020F0704030504030204" pitchFamily="34" charset="0"/>
            </a:endParaRPr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617" y="2877144"/>
            <a:ext cx="2197447" cy="309563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559442" y="2962869"/>
            <a:ext cx="1949797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 5K+ stations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09264" y="2877144"/>
            <a:ext cx="587722" cy="309563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8833089" y="2962869"/>
            <a:ext cx="340072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73187" y="2877144"/>
            <a:ext cx="903238" cy="309563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9497012" y="2962869"/>
            <a:ext cx="65558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ChargeZone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52624" y="2877144"/>
            <a:ext cx="815876" cy="309563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10476449" y="2962869"/>
            <a:ext cx="568226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Bolt.Earth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5617" y="3262906"/>
            <a:ext cx="820936" cy="309563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559442" y="3348631"/>
            <a:ext cx="573286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Ather Grid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32753" y="3262906"/>
            <a:ext cx="518220" cy="309563"/>
          </a:xfrm>
          <a:prstGeom prst="rect">
            <a:avLst/>
          </a:prstGeom>
        </p:spPr>
      </p:pic>
      <p:sp>
        <p:nvSpPr>
          <p:cNvPr id="35" name="Text 20"/>
          <p:cNvSpPr txBox="1"/>
          <p:nvPr/>
        </p:nvSpPr>
        <p:spPr>
          <a:xfrm>
            <a:off x="7456578" y="3348631"/>
            <a:ext cx="27057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33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Zeon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617" y="3820119"/>
            <a:ext cx="266700" cy="266700"/>
          </a:xfrm>
          <a:prstGeom prst="rect">
            <a:avLst/>
          </a:prstGeom>
        </p:spPr>
      </p:pic>
      <p:sp>
        <p:nvSpPr>
          <p:cNvPr id="37" name="Text 21"/>
          <p:cNvSpPr txBox="1"/>
          <p:nvPr/>
        </p:nvSpPr>
        <p:spPr>
          <a:xfrm>
            <a:off x="6528486" y="3879352"/>
            <a:ext cx="173831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2"/>
          <p:cNvSpPr txBox="1"/>
          <p:nvPr/>
        </p:nvSpPr>
        <p:spPr>
          <a:xfrm>
            <a:off x="6797567" y="3829644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Tata Power EZ Charge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Shows availability but no personalized score — no battery-on-arrival calc.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5617" y="4265710"/>
            <a:ext cx="266700" cy="26670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528932" y="4324944"/>
            <a:ext cx="173385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6797567" y="4275235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Statiq + ChargeZone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Real-time status, but ignores user's current battery %, range, queue fusion.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617" y="4711302"/>
            <a:ext cx="266700" cy="266700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6526997" y="4770535"/>
            <a:ext cx="175320" cy="20746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6"/>
          <p:cNvSpPr txBox="1"/>
          <p:nvPr/>
        </p:nvSpPr>
        <p:spPr>
          <a:xfrm>
            <a:off x="6797567" y="4720827"/>
            <a:ext cx="4533900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Common gap</a:t>
            </a:r>
            <a:r>
              <a:rPr lang="en-US" sz="1050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All show distance only — need weighted Distance (40%) + Queue (30%) + Battery (30%)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5581650"/>
            <a:ext cx="4895850" cy="533400"/>
          </a:xfrm>
          <a:prstGeom prst="rect">
            <a:avLst/>
          </a:prstGeom>
        </p:spPr>
      </p:pic>
      <p:sp>
        <p:nvSpPr>
          <p:cNvPr id="46" name="Text 27"/>
          <p:cNvSpPr txBox="1"/>
          <p:nvPr/>
        </p:nvSpPr>
        <p:spPr>
          <a:xfrm>
            <a:off x="6610350" y="5695950"/>
            <a:ext cx="4629150" cy="3238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9021"/>
              </a:spcBef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Excel solves exact gap for all CPOs: pure formula MVP before investing in APIs.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9" y="1003102"/>
            <a:ext cx="6024564" cy="933450"/>
          </a:xfrm>
          <a:prstGeom prst="rect">
            <a:avLst/>
          </a:prstGeom>
        </p:spPr>
      </p:pic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088953"/>
            <a:ext cx="6024563" cy="4349948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309563"/>
            <a:ext cx="11125200" cy="433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2. BUSINESS BACKGROUND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sp>
        <p:nvSpPr>
          <p:cNvPr id="4" name="Text 1"/>
          <p:cNvSpPr txBox="1"/>
          <p:nvPr/>
        </p:nvSpPr>
        <p:spPr>
          <a:xfrm>
            <a:off x="704850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1,548+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04850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Stations in raw dataset • 12K+ nationally • State spread 28 states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3774281" y="1155502"/>
            <a:ext cx="2612231" cy="3048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dirty="0">
                <a:solidFill>
                  <a:srgbClr val="FF0066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170% YoY</a:t>
            </a:r>
            <a:endParaRPr lang="en-US" sz="2400" dirty="0">
              <a:solidFill>
                <a:srgbClr val="FF0066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774281" y="1498402"/>
            <a:ext cx="2612231" cy="28575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 adoption surge, but 68% cite range anxiety #1 barrier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42950" y="2274689"/>
            <a:ext cx="2405211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CURRENT DRIVER JOURNEY = BROKEN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" y="2612827"/>
            <a:ext cx="1444526" cy="3238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7250" y="2708077"/>
            <a:ext cx="121592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Low Battery (20%)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2263676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1326" y="2612827"/>
            <a:ext cx="1033462" cy="32385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2625626" y="2708077"/>
            <a:ext cx="804863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🗺️ Open Maps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362098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8638" y="2612827"/>
            <a:ext cx="1256109" cy="32385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982938" y="2708077"/>
            <a:ext cx="1027509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See 10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2"/>
          <p:cNvSpPr txBox="1"/>
          <p:nvPr/>
        </p:nvSpPr>
        <p:spPr>
          <a:xfrm>
            <a:off x="5200948" y="2674739"/>
            <a:ext cx="1714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857250" y="3108127"/>
            <a:ext cx="2706142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❓ Which one? No queue / no battery-on-arrival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4"/>
          <p:cNvSpPr txBox="1"/>
          <p:nvPr/>
        </p:nvSpPr>
        <p:spPr>
          <a:xfrm>
            <a:off x="783580" y="3874889"/>
            <a:ext cx="216545" cy="21431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1123950" y="3822502"/>
            <a:ext cx="5243513" cy="68460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dataset — Karnataka focused, Mangalore demo: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EVRawDataset lat/long validated, EVCleanedDataset adds Distance via Haversine 6371*ACOS(), Queue = MOD(ROW*7,10), Battery Arrival = MAX(0,70 - Dist/300*100). MyLat 12.9090 • MyLong 74.8359 • MyCity Named Range.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9413" y="1003102"/>
            <a:ext cx="4929188" cy="54357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8463" y="1022152"/>
            <a:ext cx="4891088" cy="5397698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1813" y="4662488"/>
            <a:ext cx="4624388" cy="1624013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7043738" y="4805363"/>
            <a:ext cx="1876723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MANGALORE • LIVE DEMO CITY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56515" y="4807744"/>
            <a:ext cx="887760" cy="252413"/>
          </a:xfrm>
          <a:prstGeom prst="rect">
            <a:avLst/>
          </a:prstGeom>
        </p:spPr>
      </p:pic>
      <p:sp>
        <p:nvSpPr>
          <p:cNvPr id="33" name="Text 17"/>
          <p:cNvSpPr txBox="1"/>
          <p:nvPr/>
        </p:nvSpPr>
        <p:spPr>
          <a:xfrm>
            <a:off x="10551765" y="4864894"/>
            <a:ext cx="69726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12.9N, 74.8E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4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3738" y="5138738"/>
            <a:ext cx="1382613" cy="1004887"/>
          </a:xfrm>
          <a:prstGeom prst="rect">
            <a:avLst/>
          </a:prstGeom>
        </p:spPr>
      </p:pic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8513" y="5224463"/>
            <a:ext cx="1173063" cy="357188"/>
          </a:xfrm>
          <a:prstGeom prst="rect">
            <a:avLst/>
          </a:prstGeom>
        </p:spPr>
      </p:pic>
      <p:sp>
        <p:nvSpPr>
          <p:cNvPr id="36" name="Text 18"/>
          <p:cNvSpPr txBox="1"/>
          <p:nvPr/>
        </p:nvSpPr>
        <p:spPr>
          <a:xfrm>
            <a:off x="7253288" y="5329238"/>
            <a:ext cx="963513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48513" y="5600700"/>
            <a:ext cx="1173063" cy="457200"/>
          </a:xfrm>
          <a:prstGeom prst="rect">
            <a:avLst/>
          </a:prstGeom>
        </p:spPr>
      </p:pic>
      <p:sp>
        <p:nvSpPr>
          <p:cNvPr id="38" name="Text 19"/>
          <p:cNvSpPr txBox="1"/>
          <p:nvPr/>
        </p:nvSpPr>
        <p:spPr>
          <a:xfrm>
            <a:off x="7253288" y="5705475"/>
            <a:ext cx="963513" cy="2667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Nearest 11.4 km Score 89.68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02551" y="5138738"/>
            <a:ext cx="1382762" cy="1004887"/>
          </a:xfrm>
          <a:prstGeom prst="rect">
            <a:avLst/>
          </a:prstGeom>
        </p:spPr>
      </p:pic>
      <p:pic>
        <p:nvPicPr>
          <p:cNvPr id="4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07326" y="5224463"/>
            <a:ext cx="1173212" cy="357188"/>
          </a:xfrm>
          <a:prstGeom prst="rect">
            <a:avLst/>
          </a:prstGeom>
        </p:spPr>
      </p:pic>
      <p:sp>
        <p:nvSpPr>
          <p:cNvPr id="41" name="Text 20"/>
          <p:cNvSpPr txBox="1"/>
          <p:nvPr/>
        </p:nvSpPr>
        <p:spPr>
          <a:xfrm>
            <a:off x="8712101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70%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07326" y="5600700"/>
            <a:ext cx="1173212" cy="314325"/>
          </a:xfrm>
          <a:prstGeom prst="rect">
            <a:avLst/>
          </a:prstGeom>
        </p:spPr>
      </p:pic>
      <p:sp>
        <p:nvSpPr>
          <p:cNvPr id="43" name="Text 21"/>
          <p:cNvSpPr txBox="1"/>
          <p:nvPr/>
        </p:nvSpPr>
        <p:spPr>
          <a:xfrm>
            <a:off x="8712101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Dash + Phone sync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61513" y="5138738"/>
            <a:ext cx="1382762" cy="1004887"/>
          </a:xfrm>
          <a:prstGeom prst="rect">
            <a:avLst/>
          </a:prstGeom>
        </p:spPr>
      </p:pic>
      <p:pic>
        <p:nvPicPr>
          <p:cNvPr id="45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288" y="5224463"/>
            <a:ext cx="1173212" cy="357188"/>
          </a:xfrm>
          <a:prstGeom prst="rect">
            <a:avLst/>
          </a:prstGeom>
        </p:spPr>
      </p:pic>
      <p:sp>
        <p:nvSpPr>
          <p:cNvPr id="46" name="Text 22"/>
          <p:cNvSpPr txBox="1"/>
          <p:nvPr/>
        </p:nvSpPr>
        <p:spPr>
          <a:xfrm>
            <a:off x="10171063" y="5329238"/>
            <a:ext cx="963662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6288" y="5600700"/>
            <a:ext cx="1173212" cy="314325"/>
          </a:xfrm>
          <a:prstGeom prst="rect">
            <a:avLst/>
          </a:prstGeom>
        </p:spPr>
      </p:pic>
      <p:sp>
        <p:nvSpPr>
          <p:cNvPr id="48" name="Text 23"/>
          <p:cNvSpPr txBox="1"/>
          <p:nvPr/>
        </p:nvSpPr>
        <p:spPr>
          <a:xfrm>
            <a:off x="10171063" y="5705475"/>
            <a:ext cx="96366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Avg queue Top5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25200" cy="61912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3. BUSINESS PROBLEM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89472"/>
            <a:ext cx="3102322" cy="29051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66750" y="1565672"/>
            <a:ext cx="2835622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83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PROBLEM • NO PERSONALIZED RANKING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33400" y="1922859"/>
            <a:ext cx="5905500" cy="45333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Existing apps show distance only. Drivers must mentally fuse distance + queue + battery-on-arrival — and they guess wrong.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09540"/>
            <a:ext cx="3207990" cy="171613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390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SCENARIO • WHAT USER SEES TODAY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2390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A • 2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2390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2.0 km ✓ nearest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8 vehicles — hidden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68% — not shown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3820864"/>
            <a:ext cx="1004887" cy="2333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9625" y="3868489"/>
            <a:ext cx="83343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⚠ Wrong choice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4740" y="2509540"/>
            <a:ext cx="3207990" cy="17161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065240" y="27000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600"/>
              </a:spcAft>
              <a:buNone/>
            </a:pPr>
            <a:r>
              <a:rPr lang="en-US" sz="900" b="1" kern="0" spc="4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OPTIMAL • WHAT OUR ENGINE FINDS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0"/>
          <p:cNvSpPr txBox="1"/>
          <p:nvPr/>
        </p:nvSpPr>
        <p:spPr>
          <a:xfrm>
            <a:off x="4065240" y="2928640"/>
            <a:ext cx="282699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spcAft>
                <a:spcPts val="450"/>
              </a:spcAft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STATION B • 5 KM AWAY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1"/>
          <p:cNvSpPr txBox="1"/>
          <p:nvPr/>
        </p:nvSpPr>
        <p:spPr>
          <a:xfrm>
            <a:off x="4065240" y="3138190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5.0 km but still reachable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4065240" y="3337173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0 vehicles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3"/>
          <p:cNvSpPr txBox="1"/>
          <p:nvPr/>
        </p:nvSpPr>
        <p:spPr>
          <a:xfrm>
            <a:off x="4065240" y="3536156"/>
            <a:ext cx="2826990" cy="1608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on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5240" y="3820864"/>
            <a:ext cx="1067544" cy="23336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50965" y="3868489"/>
            <a:ext cx="896094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 Best Score 87.3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533400" y="4362450"/>
            <a:ext cx="6553200" cy="742950"/>
          </a:xfrm>
          <a:prstGeom prst="roundRect">
            <a:avLst>
              <a:gd name="adj" fmla="val 23077"/>
            </a:avLst>
          </a:prstGeom>
          <a:solidFill>
            <a:srgbClr val="22101A"/>
          </a:solidFill>
          <a:ln/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" y="4578548"/>
            <a:ext cx="304800" cy="3048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74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5850" y="4578548"/>
            <a:ext cx="304800" cy="3048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155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66850" y="4578548"/>
            <a:ext cx="304800" cy="3048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536055" y="4649986"/>
            <a:ext cx="235595" cy="233362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⏱️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9"/>
          <p:cNvSpPr txBox="1"/>
          <p:nvPr/>
        </p:nvSpPr>
        <p:spPr>
          <a:xfrm>
            <a:off x="1905000" y="4492377"/>
            <a:ext cx="5006280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TECHNICAL GAP → MUST FUSE 3 SIGNALS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0"/>
          <p:cNvSpPr txBox="1"/>
          <p:nvPr/>
        </p:nvSpPr>
        <p:spPr>
          <a:xfrm>
            <a:off x="1905000" y="4644777"/>
            <a:ext cx="500628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Impact: wrong choice = stranded, 45 min extra wait, battery depletion. Operator impact: congestion imbalance.</a:t>
            </a:r>
            <a:endParaRPr lang="en-US" sz="97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2280" y="1489472"/>
            <a:ext cx="4366171" cy="4911328"/>
          </a:xfrm>
          <a:prstGeom prst="rect">
            <a:avLst/>
          </a:prstGeom>
        </p:spPr>
      </p:pic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11330" y="1508522"/>
            <a:ext cx="4328071" cy="4873228"/>
          </a:xfrm>
          <a:prstGeom prst="rect">
            <a:avLst/>
          </a:prstGeom>
        </p:spPr>
      </p:pic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5630" y="5514975"/>
            <a:ext cx="4099471" cy="752475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7568505" y="5657850"/>
            <a:ext cx="381372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 USER JOURNEY — MANGALORE DEMO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2"/>
          <p:cNvSpPr txBox="1"/>
          <p:nvPr/>
        </p:nvSpPr>
        <p:spPr>
          <a:xfrm>
            <a:off x="7568505" y="5800725"/>
            <a:ext cx="3813721" cy="3429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150"/>
              </a:spcBef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LOW BATTERY → OPEN MAPS → SEE 10 STATIONS → WHICH ONE? NO CONTEXT.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4F3CFD02-1DE0-9264-04E4-2DF0E1937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112" y="1168300"/>
            <a:ext cx="3033476" cy="451395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6285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4. WHY EXISTING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SOLUTIONS FAIL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62905"/>
            <a:ext cx="11125200" cy="1666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kern="0" spc="1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GOOGLE MAPS SHOWS DISTANCE ONLY — NO QUEUE, NO BATTERY-ON-ARRIVAL, NO PERSONALIZED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181993"/>
            <a:ext cx="2584252" cy="45139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23900" y="1415355"/>
            <a:ext cx="85486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GOOGLE MAPS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5607" y="1372493"/>
            <a:ext cx="451545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580382" y="1448693"/>
            <a:ext cx="24199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E1E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704850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3900" y="1877318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23900" y="2010668"/>
            <a:ext cx="220325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only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23900" y="2301627"/>
            <a:ext cx="220325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723900" y="2434977"/>
            <a:ext cx="2203252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queue, no battery, no reachability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2874020"/>
            <a:ext cx="190500" cy="1905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8371" y="289857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990600" y="2874020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Cannot fuse Battery % + Queue + Distance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252639"/>
            <a:ext cx="190500" cy="1905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8371" y="3277195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2"/>
          <p:cNvSpPr txBox="1"/>
          <p:nvPr/>
        </p:nvSpPr>
        <p:spPr>
          <a:xfrm>
            <a:off x="990600" y="3252639"/>
            <a:ext cx="193655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MAX(0, Battery - Distance/Range)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002" y="1181993"/>
            <a:ext cx="2584400" cy="451395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441502" y="1415355"/>
            <a:ext cx="102378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TATA POWER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9761" y="1372493"/>
            <a:ext cx="655141" cy="25717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9453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341947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344150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7"/>
          <p:cNvSpPr txBox="1"/>
          <p:nvPr/>
        </p:nvSpPr>
        <p:spPr>
          <a:xfrm>
            <a:off x="344150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Availability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8"/>
          <p:cNvSpPr txBox="1"/>
          <p:nvPr/>
        </p:nvSpPr>
        <p:spPr>
          <a:xfrm>
            <a:off x="344150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9"/>
          <p:cNvSpPr txBox="1"/>
          <p:nvPr/>
        </p:nvSpPr>
        <p:spPr>
          <a:xfrm>
            <a:off x="344150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personalized score, no battery 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2874020"/>
            <a:ext cx="190500" cy="19050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352097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1"/>
          <p:cNvSpPr txBox="1"/>
          <p:nvPr/>
        </p:nvSpPr>
        <p:spPr>
          <a:xfrm>
            <a:off x="3708202" y="2874020"/>
            <a:ext cx="1677144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Static list, same for all users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1502" y="3121670"/>
            <a:ext cx="190500" cy="1905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349597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3"/>
          <p:cNvSpPr txBox="1"/>
          <p:nvPr/>
        </p:nvSpPr>
        <p:spPr>
          <a:xfrm>
            <a:off x="3708202" y="3121670"/>
            <a:ext cx="1593652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MCDM scoring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2" y="1181993"/>
            <a:ext cx="2584400" cy="4513957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6159252" y="1415355"/>
            <a:ext cx="676721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STATIQ APP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07511" y="1372493"/>
            <a:ext cx="655141" cy="25717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812286" y="1448693"/>
            <a:ext cx="44559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F0C8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MEDIUM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8" name="Shape 26"/>
          <p:cNvSpPr/>
          <p:nvPr/>
        </p:nvSpPr>
        <p:spPr>
          <a:xfrm>
            <a:off x="6143625" y="1704975"/>
            <a:ext cx="2200275" cy="19050"/>
          </a:xfrm>
          <a:prstGeom prst="roundRect">
            <a:avLst>
              <a:gd name="adj" fmla="val 100000"/>
            </a:avLst>
          </a:prstGeom>
          <a:solidFill>
            <a:srgbClr val="22101A">
              <a:alpha val="10000"/>
            </a:srgbClr>
          </a:solidFill>
          <a:ln/>
        </p:spPr>
      </p:sp>
      <p:sp>
        <p:nvSpPr>
          <p:cNvPr id="39" name="Text 27"/>
          <p:cNvSpPr txBox="1"/>
          <p:nvPr/>
        </p:nvSpPr>
        <p:spPr>
          <a:xfrm>
            <a:off x="6159252" y="1877318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0" name="Text 28"/>
          <p:cNvSpPr txBox="1"/>
          <p:nvPr/>
        </p:nvSpPr>
        <p:spPr>
          <a:xfrm>
            <a:off x="6159252" y="2010668"/>
            <a:ext cx="22034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Real-time status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9"/>
          <p:cNvSpPr txBox="1"/>
          <p:nvPr/>
        </p:nvSpPr>
        <p:spPr>
          <a:xfrm>
            <a:off x="6159252" y="2301627"/>
            <a:ext cx="220340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GAP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2" name="Text 30"/>
          <p:cNvSpPr txBox="1"/>
          <p:nvPr/>
        </p:nvSpPr>
        <p:spPr>
          <a:xfrm>
            <a:off x="6159252" y="2434977"/>
            <a:ext cx="220340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Ignores user's battery range, no Score&gt;50 flag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2874020"/>
            <a:ext cx="190500" cy="190500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6238726" y="2898577"/>
            <a:ext cx="101501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5" name="Text 32"/>
          <p:cNvSpPr txBox="1"/>
          <p:nvPr/>
        </p:nvSpPr>
        <p:spPr>
          <a:xfrm>
            <a:off x="6425952" y="2874020"/>
            <a:ext cx="172596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Haversine + Battery fusion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252" y="3121670"/>
            <a:ext cx="190500" cy="190500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213723" y="3146227"/>
            <a:ext cx="126504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✕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48" name="Text 34"/>
          <p:cNvSpPr txBox="1"/>
          <p:nvPr/>
        </p:nvSpPr>
        <p:spPr>
          <a:xfrm>
            <a:off x="6425952" y="3121670"/>
            <a:ext cx="19367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LARGE() + INDEX-MATCH Top5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5"/>
          <p:cNvSpPr txBox="1"/>
          <p:nvPr/>
        </p:nvSpPr>
        <p:spPr>
          <a:xfrm>
            <a:off x="8877002" y="1405830"/>
            <a:ext cx="1241227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OUR EXCEL SOLUTION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6435" y="1372493"/>
            <a:ext cx="461516" cy="238125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1101685" y="1439168"/>
            <a:ext cx="2710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3" name="Shape 37"/>
          <p:cNvSpPr/>
          <p:nvPr/>
        </p:nvSpPr>
        <p:spPr>
          <a:xfrm>
            <a:off x="8858250" y="1685925"/>
            <a:ext cx="2590800" cy="19050"/>
          </a:xfrm>
          <a:prstGeom prst="roundRect">
            <a:avLst>
              <a:gd name="adj" fmla="val 100000"/>
            </a:avLst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4" name="Text 38"/>
          <p:cNvSpPr txBox="1"/>
          <p:nvPr/>
        </p:nvSpPr>
        <p:spPr>
          <a:xfrm>
            <a:off x="8877002" y="1858268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SHOWS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5" name="Text 39"/>
          <p:cNvSpPr txBox="1"/>
          <p:nvPr/>
        </p:nvSpPr>
        <p:spPr>
          <a:xfrm>
            <a:off x="8877002" y="1991618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 + Queue + Battery + Reachability + Score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56" name="Text 40"/>
          <p:cNvSpPr txBox="1"/>
          <p:nvPr/>
        </p:nvSpPr>
        <p:spPr>
          <a:xfrm>
            <a:off x="8877002" y="2449711"/>
            <a:ext cx="259094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spcBef>
                <a:spcPts val="150"/>
              </a:spcBef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LOGIC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 41"/>
          <p:cNvSpPr txBox="1"/>
          <p:nvPr/>
        </p:nvSpPr>
        <p:spPr>
          <a:xfrm>
            <a:off x="8877002" y="2583061"/>
            <a:ext cx="2590949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Weighted MCDM: 0.4 Dist + 0.3 Queue + 0.3 Battery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022104"/>
            <a:ext cx="190500" cy="190500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936385" y="3046661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0" name="Text 43"/>
          <p:cNvSpPr txBox="1"/>
          <p:nvPr/>
        </p:nvSpPr>
        <p:spPr>
          <a:xfrm>
            <a:off x="9143702" y="3022104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((1-D/Max)*0.4 + (1-Q/Max)*0.3 + Batt/100*0.3)*100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77002" y="3400723"/>
            <a:ext cx="190500" cy="190500"/>
          </a:xfrm>
          <a:prstGeom prst="rect">
            <a:avLst/>
          </a:prstGeom>
        </p:spPr>
      </p:pic>
      <p:sp>
        <p:nvSpPr>
          <p:cNvPr id="62" name="Text 44"/>
          <p:cNvSpPr txBox="1"/>
          <p:nvPr/>
        </p:nvSpPr>
        <p:spPr>
          <a:xfrm>
            <a:off x="8936385" y="3425279"/>
            <a:ext cx="121593" cy="15641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63" name="Text 45"/>
          <p:cNvSpPr txBox="1"/>
          <p:nvPr/>
        </p:nvSpPr>
        <p:spPr>
          <a:xfrm>
            <a:off x="9143702" y="3400723"/>
            <a:ext cx="2324249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= IF(Score&gt;50, Yes, No) + LARGE() ranking &lt;1 sec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6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5848350"/>
            <a:ext cx="11125200" cy="590550"/>
          </a:xfrm>
          <a:prstGeom prst="rect">
            <a:avLst/>
          </a:prstGeom>
        </p:spPr>
      </p:pic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900" y="5981700"/>
            <a:ext cx="323850" cy="323850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09476" y="6048375"/>
            <a:ext cx="238274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⊘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67" name="Text 47"/>
          <p:cNvSpPr txBox="1"/>
          <p:nvPr/>
        </p:nvSpPr>
        <p:spPr>
          <a:xfrm>
            <a:off x="114300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reachability check — Existing apps don't predict BatteryOnArrival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68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651" y="5981700"/>
            <a:ext cx="323850" cy="323850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4465439" y="6048375"/>
            <a:ext cx="208062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◐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0" name="Text 49"/>
          <p:cNvSpPr txBox="1"/>
          <p:nvPr/>
        </p:nvSpPr>
        <p:spPr>
          <a:xfrm>
            <a:off x="4768751" y="5988844"/>
            <a:ext cx="3073450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weighted scoring — 2km with 8 queue vs 5km with 0 queue?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71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5550" y="5981700"/>
            <a:ext cx="323850" cy="32385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042374" y="6048375"/>
            <a:ext cx="257026" cy="2571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73" name="Text 51"/>
          <p:cNvSpPr txBox="1"/>
          <p:nvPr/>
        </p:nvSpPr>
        <p:spPr>
          <a:xfrm>
            <a:off x="8394650" y="5988844"/>
            <a:ext cx="3073301" cy="30956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Our fix: AVERAGEIF city → Haversine → Battery → Score → Top5 live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0BCFC1B7-6343-7169-92CE-F5F9ACA22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724" y="3804195"/>
            <a:ext cx="5476875" cy="2568029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48717"/>
            <a:ext cx="4143375" cy="5112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50" b="1" kern="0" spc="-81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5. BUSINESS </a:t>
            </a:r>
            <a:r>
              <a:rPr lang="en-US" sz="4050" b="1" kern="0" spc="-8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IMPACT</a:t>
            </a:r>
            <a:endParaRPr lang="en-US" sz="405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6311153" y="409575"/>
            <a:ext cx="5347447" cy="5503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Quantified outcomes from fusing Distance (40%) + Queue (30%) + Battery Arrival (30%). Excel MVP proves value before API investment.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50441"/>
            <a:ext cx="5476875" cy="25680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2000" y="1362075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869" y="1474291"/>
            <a:ext cx="214313" cy="171450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7940" y="1379041"/>
            <a:ext cx="814685" cy="27622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052715" y="1464766"/>
            <a:ext cx="60513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781050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60% ↓ TIME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10 min → 2 min decision.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Personalized Top 5 removes manual scan of 10+ stations. 0% stranded cases with Reachable flag.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781050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KPI: Search time measured via battery 70% vs 20% demo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1725" y="1150441"/>
            <a:ext cx="5476875" cy="25680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410325" y="1362075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6753" y="1379041"/>
            <a:ext cx="300037" cy="266700"/>
          </a:xfrm>
          <a:prstGeom prst="rect">
            <a:avLst/>
          </a:prstGeom>
          <a:noFill/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3697" y="1379041"/>
            <a:ext cx="1117253" cy="27622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398472" y="1464766"/>
            <a:ext cx="90770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OPERATOR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6429375" y="2483346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25% LOAD ↑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6429375" y="2946202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Better load balancing.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Queue-aware scoring avoids overloading 2km station with 8 vehicles queue — diverts to 5km zero-queue.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6429375" y="3353693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simulates live congestion 0-9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889921"/>
            <a:ext cx="5476875" cy="2568029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762000" y="4095750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" y="4213771"/>
            <a:ext cx="171450" cy="171450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78859" y="4118521"/>
            <a:ext cx="1083766" cy="27622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4783634" y="4204246"/>
            <a:ext cx="87421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BUSINESS SIDE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781050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$2.5M OPPORTUNITY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781050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Higher CSAT + repeat usage.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Per CPO revenue lift via reduced churn and optimized utilization of underused stations.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6"/>
          <p:cNvSpPr txBox="1"/>
          <p:nvPr/>
        </p:nvSpPr>
        <p:spPr>
          <a:xfrm>
            <a:off x="781050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State-wise count + CityLevelMinimumDistance flags expansion needs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9" name="Shape 17"/>
          <p:cNvSpPr/>
          <p:nvPr/>
        </p:nvSpPr>
        <p:spPr>
          <a:xfrm>
            <a:off x="6410325" y="4095750"/>
            <a:ext cx="361950" cy="361950"/>
          </a:xfrm>
          <a:prstGeom prst="roundRect">
            <a:avLst>
              <a:gd name="adj" fmla="val 31579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61699" y="4118521"/>
            <a:ext cx="1149251" cy="27622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10366474" y="4118522"/>
            <a:ext cx="939701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SUSTAINABILITY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6429375" y="5222825"/>
            <a:ext cx="4981575" cy="37713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900"/>
              </a:spcBef>
              <a:buNone/>
            </a:pPr>
            <a:r>
              <a:rPr lang="en-US" sz="33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0.8 KWH SAVED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6429375" y="5685681"/>
            <a:ext cx="4981575" cy="35034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18"/>
              </a:lnSpc>
              <a:spcBef>
                <a:spcPts val="600"/>
              </a:spcBef>
              <a:buNone/>
            </a:pPr>
            <a:r>
              <a:rPr lang="en-US" sz="105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 trip optimized routing.</a:t>
            </a:r>
            <a:r>
              <a:rPr lang="en-US" sz="10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Battery-on-arrival = MAX(0, Battery - Distance/Range*100) prevents wasted km.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6429375" y="6093172"/>
            <a:ext cx="4981575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reachable at 70% battery vs 24.4% at 20% — distance &amp; queue dominate the score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8" name="Graphic 37" descr="Leaf">
            <a:extLst>
              <a:ext uri="{FF2B5EF4-FFF2-40B4-BE49-F238E27FC236}">
                <a16:creationId xmlns:a16="http://schemas.microsoft.com/office/drawing/2014/main" id="{1E6073E5-7968-33A5-A02E-24BD06F7A76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4377" y="3994336"/>
            <a:ext cx="464326" cy="464326"/>
          </a:xfrm>
          <a:prstGeom prst="rect">
            <a:avLst/>
          </a:prstGeom>
        </p:spPr>
      </p:pic>
      <p:pic>
        <p:nvPicPr>
          <p:cNvPr id="39" name="Image 5" descr="preencoded.png">
            <a:extLst>
              <a:ext uri="{FF2B5EF4-FFF2-40B4-BE49-F238E27FC236}">
                <a16:creationId xmlns:a16="http://schemas.microsoft.com/office/drawing/2014/main" id="{A71354E8-A549-4579-6EFA-E0B2FDD99B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3697" y="4051848"/>
            <a:ext cx="1117253" cy="2272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533400" y="881063"/>
            <a:ext cx="11125200" cy="4933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6. PROBLEM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STATEMENT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545878"/>
            <a:ext cx="11125200" cy="126474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911548"/>
            <a:ext cx="533400" cy="5334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37332" y="2011561"/>
            <a:ext cx="305693" cy="43338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!</a:t>
            </a:r>
            <a:endParaRPr lang="en-US" sz="2250" dirty="0">
              <a:latin typeface="Arial Rounded MT Bold" panose="020F0704030504030204" pitchFamily="34" charset="0"/>
            </a:endParaRPr>
          </a:p>
        </p:txBody>
      </p:sp>
      <p:sp>
        <p:nvSpPr>
          <p:cNvPr id="9" name="Text 4"/>
          <p:cNvSpPr txBox="1"/>
          <p:nvPr/>
        </p:nvSpPr>
        <p:spPr>
          <a:xfrm>
            <a:off x="1514475" y="1784003"/>
            <a:ext cx="9867900" cy="78849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70"/>
              </a:lnSpc>
              <a:buNone/>
            </a:pPr>
            <a:r>
              <a:rPr lang="en-US" sz="1800" kern="0" spc="-1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BUILD AN EXCEL-BASED CHARGING RECOMMENDATION DASHBOARD THAT RECOMMENDS OPTIMAL CHARGING STATION USING BATTERY LEVEL, QUEUE LENGTH, AND DISTANCE FOR EV DRIVERS IN INDIA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2982069"/>
            <a:ext cx="3434953" cy="345683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95350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INPUT — USER CONTEXT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3213050"/>
            <a:ext cx="76200" cy="762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42950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14" name="Text 7"/>
          <p:cNvSpPr txBox="1"/>
          <p:nvPr/>
        </p:nvSpPr>
        <p:spPr>
          <a:xfrm>
            <a:off x="742950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WHAT DRIVER GIVES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253877" y="3701207"/>
            <a:ext cx="2504926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MyCity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Data Validation dropdown — Mangalore + 24 cities (G7 list fixed)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253877" y="4092625"/>
            <a:ext cx="2504926" cy="53518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MyLat / MyLong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AVERAGEIF(City=MyCity, Lat/Long) — 12.9090, 74.8359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253877" y="4709509"/>
            <a:ext cx="2504926" cy="50946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MyBattery + Range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Named Ranges — 70%, VehicleRangeKm 300km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0753" y="2982069"/>
            <a:ext cx="3950345" cy="3456831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482703" y="3182094"/>
            <a:ext cx="3378845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PROCESS — 3 SIGNAL FUSION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0303" y="3213050"/>
            <a:ext cx="76200" cy="762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3387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3"/>
          <p:cNvSpPr txBox="1"/>
          <p:nvPr/>
        </p:nvSpPr>
        <p:spPr>
          <a:xfrm>
            <a:off x="4330303" y="3424982"/>
            <a:ext cx="3531245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MCDM WEIGHTED ENGINE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4508004" y="3701207"/>
            <a:ext cx="2235696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Haversine Distance: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6371*ACOS(...) in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4508004" y="3884786"/>
            <a:ext cx="251236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 Arrival: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Battery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0303" y="4178350"/>
            <a:ext cx="3531245" cy="449461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553" y="4254550"/>
            <a:ext cx="3340745" cy="29706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0.4*(1-Dist/MaxDist) + 0.3*(1-Queue/MaxQ) + 0.3*(BattArr/100) *100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4330303" y="4751636"/>
            <a:ext cx="3531245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Queue = MOD(ROW()*7,10) simulated 0-9 • Reachable = IF(Score&gt;50, Yes, No)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3498" y="2982069"/>
            <a:ext cx="3434953" cy="345683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8585448" y="3182094"/>
            <a:ext cx="28634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OUTPUT — DECISION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3048" y="3213050"/>
            <a:ext cx="76200" cy="762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429625" y="320992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0"/>
          <p:cNvSpPr txBox="1"/>
          <p:nvPr/>
        </p:nvSpPr>
        <p:spPr>
          <a:xfrm>
            <a:off x="8433048" y="3424982"/>
            <a:ext cx="3015853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b="1" kern="0" spc="-2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RANKED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1"/>
          <p:cNvSpPr txBox="1"/>
          <p:nvPr/>
        </p:nvSpPr>
        <p:spPr>
          <a:xfrm>
            <a:off x="8505825" y="3715494"/>
            <a:ext cx="2525464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Top 5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LARGE(Score,k) + INDEX-MATCH name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4" name="Text 22"/>
          <p:cNvSpPr txBox="1"/>
          <p:nvPr/>
        </p:nvSpPr>
        <p:spPr>
          <a:xfrm>
            <a:off x="8520095" y="3951360"/>
            <a:ext cx="2213372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Reachable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Count Yes vs No — Pie chart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3"/>
          <p:cNvSpPr txBox="1"/>
          <p:nvPr/>
        </p:nvSpPr>
        <p:spPr>
          <a:xfrm>
            <a:off x="8598379" y="4154984"/>
            <a:ext cx="2363688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• Latency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&lt;1 sec for 1117 rows, no VBA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4"/>
          <p:cNvSpPr txBox="1"/>
          <p:nvPr/>
        </p:nvSpPr>
        <p:spPr>
          <a:xfrm>
            <a:off x="8433048" y="4412159"/>
            <a:ext cx="3015853" cy="3048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1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Output directly feeds Dashboard KPIs: COUNTA, COUNTIF(State), COUNTIF(Reachable)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504379"/>
            <a:ext cx="5168503" cy="4936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900" b="1" kern="0" spc="-78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7. BUSINESS </a:t>
            </a:r>
            <a:r>
              <a:rPr lang="en-US" sz="3900" b="1" kern="0" spc="-7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OBJECTIVES</a:t>
            </a:r>
            <a:endParaRPr lang="en-US" sz="39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69491"/>
            <a:ext cx="3434953" cy="525035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79041"/>
            <a:ext cx="1349127" cy="25717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7250" y="1455241"/>
            <a:ext cx="11586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PRIMARY • 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762000" y="1750516"/>
            <a:ext cx="2977753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RECOMMEND TOP 5 IN &lt;1 SEC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063800"/>
            <a:ext cx="2977753" cy="51911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85825" y="2168575"/>
            <a:ext cx="2730103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=LARGE(Score, k) + INDEX-MATCH Name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 • Pure Excel Table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2697212"/>
            <a:ext cx="247650" cy="24765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61120" y="2753469"/>
            <a:ext cx="139005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1104900" y="2706737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Offline Excel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works on Excel 2016+ with Named Ranges MyCity, MyBattery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120479"/>
            <a:ext cx="247650" cy="24765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51743" y="3176736"/>
            <a:ext cx="14838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8"/>
          <p:cNvSpPr txBox="1"/>
          <p:nvPr/>
        </p:nvSpPr>
        <p:spPr>
          <a:xfrm>
            <a:off x="1104900" y="3130004"/>
            <a:ext cx="2634853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 dropdown G7 Data Validation → AVERAGEIF lat/long auto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0753" y="1169491"/>
            <a:ext cx="3435102" cy="5250359"/>
          </a:xfrm>
          <a:prstGeom prst="rect">
            <a:avLst/>
          </a:prstGeom>
        </p:spPr>
      </p:pic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9353" y="1379041"/>
            <a:ext cx="1702445" cy="257175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4603" y="1455241"/>
            <a:ext cx="151194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SECONDARY • PREDICTION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19" name="Text 10"/>
          <p:cNvSpPr txBox="1"/>
          <p:nvPr/>
        </p:nvSpPr>
        <p:spPr>
          <a:xfrm>
            <a:off x="4349353" y="1750516"/>
            <a:ext cx="2977902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ON ARRIVAL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49353" y="2063800"/>
            <a:ext cx="2977902" cy="519113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473178" y="2168575"/>
            <a:ext cx="2730252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EstimatedBatteryOnArrival</a:t>
            </a:r>
            <a:endParaRPr lang="en-US" sz="938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=MAX(0, MyBattery - Distance/Range*100)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9353" y="2697212"/>
            <a:ext cx="247650" cy="24765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4434036" y="275346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3"/>
          <p:cNvSpPr txBox="1"/>
          <p:nvPr/>
        </p:nvSpPr>
        <p:spPr>
          <a:xfrm>
            <a:off x="4692253" y="2706737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Linear depletion model</a:t>
            </a: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prevents stranded trips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9353" y="3120479"/>
            <a:ext cx="247650" cy="247650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416028" y="3176736"/>
            <a:ext cx="171450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5"/>
          <p:cNvSpPr txBox="1"/>
          <p:nvPr/>
        </p:nvSpPr>
        <p:spPr>
          <a:xfrm>
            <a:off x="4692253" y="3130004"/>
            <a:ext cx="2635002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Example: 70% → 11.4km /300km → 66.2% left</a:t>
            </a:r>
            <a:endParaRPr lang="en-US" sz="1013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08255" y="1169491"/>
            <a:ext cx="3950196" cy="208433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855" y="1379041"/>
            <a:ext cx="1169938" cy="257175"/>
          </a:xfrm>
          <a:prstGeom prst="rect">
            <a:avLst/>
          </a:prstGeom>
        </p:spPr>
      </p:pic>
      <p:sp>
        <p:nvSpPr>
          <p:cNvPr id="30" name="Text 16"/>
          <p:cNvSpPr txBox="1"/>
          <p:nvPr/>
        </p:nvSpPr>
        <p:spPr>
          <a:xfrm>
            <a:off x="8032105" y="1455241"/>
            <a:ext cx="97943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TERTIARY • FLAG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7"/>
          <p:cNvSpPr txBox="1"/>
          <p:nvPr/>
        </p:nvSpPr>
        <p:spPr>
          <a:xfrm>
            <a:off x="7936855" y="1750516"/>
            <a:ext cx="3492996" cy="19898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REACHABILITY FLAG</a:t>
            </a:r>
            <a:endParaRPr lang="en-US" sz="16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36855" y="2063800"/>
            <a:ext cx="3492996" cy="519113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8060680" y="2168575"/>
            <a:ext cx="3245346" cy="309563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=IF(Score&gt;50, "Yes", "No")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19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= 0.4D + 0.3Q + 0.3B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36855" y="2697212"/>
            <a:ext cx="247650" cy="247650"/>
          </a:xfrm>
          <a:prstGeom prst="rect">
            <a:avLst/>
          </a:prstGeom>
        </p:spPr>
      </p:pic>
      <p:sp>
        <p:nvSpPr>
          <p:cNvPr id="35" name="Text 19"/>
          <p:cNvSpPr txBox="1"/>
          <p:nvPr/>
        </p:nvSpPr>
        <p:spPr>
          <a:xfrm>
            <a:off x="8021538" y="2753469"/>
            <a:ext cx="153442" cy="18186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15"/>
              </a:lnSpc>
              <a:buNone/>
            </a:pPr>
            <a:r>
              <a:rPr lang="en-US" sz="900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6" name="Text 20"/>
          <p:cNvSpPr txBox="1"/>
          <p:nvPr/>
        </p:nvSpPr>
        <p:spPr>
          <a:xfrm>
            <a:off x="8279755" y="2706737"/>
            <a:ext cx="3150096" cy="33754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7"/>
              </a:lnSpc>
              <a:buNone/>
            </a:pPr>
            <a:r>
              <a:rPr lang="en-US" sz="1013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Drives KPIs: COUNTIF(Reachable=Yes) = 279 @70%</a:t>
            </a:r>
            <a:endParaRPr lang="en-US" sz="1013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8255" y="3406229"/>
            <a:ext cx="3950196" cy="3013621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7936855" y="3615779"/>
            <a:ext cx="3492996" cy="1809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b="1" kern="0" spc="-2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SUCCESS CRITERIA ✓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6855" y="3949154"/>
            <a:ext cx="1698873" cy="669131"/>
          </a:xfrm>
          <a:prstGeom prst="rect">
            <a:avLst/>
          </a:prstGeom>
        </p:spPr>
      </p:pic>
      <p:sp>
        <p:nvSpPr>
          <p:cNvPr id="40" name="Text 22"/>
          <p:cNvSpPr txBox="1"/>
          <p:nvPr/>
        </p:nvSpPr>
        <p:spPr>
          <a:xfrm>
            <a:off x="8060680" y="4053929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1" name="Text 23"/>
          <p:cNvSpPr txBox="1"/>
          <p:nvPr/>
        </p:nvSpPr>
        <p:spPr>
          <a:xfrm>
            <a:off x="8060680" y="4263479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accuracy across 1117 rows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30978" y="3949154"/>
            <a:ext cx="1698873" cy="669131"/>
          </a:xfrm>
          <a:prstGeom prst="rect">
            <a:avLst/>
          </a:prstGeom>
        </p:spPr>
      </p:pic>
      <p:sp>
        <p:nvSpPr>
          <p:cNvPr id="43" name="Text 24"/>
          <p:cNvSpPr txBox="1"/>
          <p:nvPr/>
        </p:nvSpPr>
        <p:spPr>
          <a:xfrm>
            <a:off x="9854803" y="4053929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&lt;1s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4" name="Text 25"/>
          <p:cNvSpPr txBox="1"/>
          <p:nvPr/>
        </p:nvSpPr>
        <p:spPr>
          <a:xfrm>
            <a:off x="9854803" y="4263479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latency 0.3 sec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36855" y="4713536"/>
            <a:ext cx="1698873" cy="669131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8060680" y="4818311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70%→20%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47" name="Text 27"/>
          <p:cNvSpPr txBox="1"/>
          <p:nvPr/>
        </p:nvSpPr>
        <p:spPr>
          <a:xfrm>
            <a:off x="8060680" y="5027861"/>
            <a:ext cx="1451223" cy="12501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Instant ranking shift demo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30978" y="4713536"/>
            <a:ext cx="1698873" cy="669131"/>
          </a:xfrm>
          <a:prstGeom prst="rect">
            <a:avLst/>
          </a:prstGeom>
        </p:spPr>
      </p:pic>
      <p:sp>
        <p:nvSpPr>
          <p:cNvPr id="49" name="Text 28"/>
          <p:cNvSpPr txBox="1"/>
          <p:nvPr/>
        </p:nvSpPr>
        <p:spPr>
          <a:xfrm>
            <a:off x="9854803" y="4818311"/>
            <a:ext cx="145122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25.0%→24.4%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sp>
        <p:nvSpPr>
          <p:cNvPr id="50" name="Text 29"/>
          <p:cNvSpPr txBox="1"/>
          <p:nvPr/>
        </p:nvSpPr>
        <p:spPr>
          <a:xfrm>
            <a:off x="9854803" y="5027861"/>
            <a:ext cx="1451223" cy="250031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spcBef>
                <a:spcPts val="150"/>
              </a:spcBef>
              <a:buNone/>
            </a:pPr>
            <a:r>
              <a:rPr lang="en-US" sz="78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barely shifts (queue/distance dominate)</a:t>
            </a:r>
            <a:endParaRPr lang="en-US" sz="78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36855" y="5496967"/>
            <a:ext cx="3492996" cy="669131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8070205" y="5611267"/>
            <a:ext cx="3226296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Live test: Change MyBattery 70 → 20 in Dashboard! G11 — Top 5 stays the same, Mescom Surathkal stays #1, Reachable only shifts 279→273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36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8. FUNCTIONAL </a:t>
            </a:r>
            <a:r>
              <a:rPr lang="en-US" sz="3600" b="1" kern="0" spc="-3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REQUIREMENTS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533400" y="878086"/>
            <a:ext cx="11125200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EXCEL-ONLY, NO VBA • DATA VALIDATION + NAMED RANGES + EXCEL TABLE — WORKS OFFLINE ON EXCEL 2016+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182886"/>
            <a:ext cx="3619500" cy="235178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23900" y="1406723"/>
            <a:ext cx="328613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FR1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153" y="1373386"/>
            <a:ext cx="978247" cy="2571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84178" y="1449586"/>
            <a:ext cx="68297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DROPDOWN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403" y="1449586"/>
            <a:ext cx="104775" cy="9525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239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CITY DROPDOWN WITH VALIDATION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239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+ 24 cities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G7 list. Fixed typo Trivandram → Trivandrum. Used for AVERAGEIF lat/long.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3093690"/>
            <a:ext cx="3238500" cy="26952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096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G7 Data Validation = List: "Mangalore, Bangalore, Goa..."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0" y="1182886"/>
            <a:ext cx="3619500" cy="235178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7675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FR2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6208" y="1373386"/>
            <a:ext cx="909042" cy="2571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01458" y="1449586"/>
            <a:ext cx="71854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AUTO-FETCH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7" name="Text 9"/>
          <p:cNvSpPr txBox="1"/>
          <p:nvPr/>
        </p:nvSpPr>
        <p:spPr>
          <a:xfrm>
            <a:off x="447675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LATITUDE / LONGITUDE AUTO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0"/>
          <p:cNvSpPr txBox="1"/>
          <p:nvPr/>
        </p:nvSpPr>
        <p:spPr>
          <a:xfrm>
            <a:off x="447675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AVERAGEIF(City=MyCity, Lat)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pulls 12.9090 / 74.8359. No manual typing.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6750" y="3093690"/>
            <a:ext cx="3238500" cy="269528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456247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=AVERAGEIF(EVCleanedDataset[City],MyCity,Latitude)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39100" y="1182886"/>
            <a:ext cx="3619500" cy="235178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8229600" y="1406723"/>
            <a:ext cx="365522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FR3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4603" y="1373386"/>
            <a:ext cx="1073497" cy="257175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10489853" y="1449586"/>
            <a:ext cx="88299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NAMED RANGES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8229600" y="1716286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BATTERY &amp; RANGE INPUT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8229600" y="1952030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MyBattery=70, VehicleRangeKm=300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as Names. Changing 70→20 triggers instant recalc.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093690"/>
            <a:ext cx="3238500" cy="26952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8315325" y="3160365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Names: MyBattery Dashboard!G11, VehicleRangeKm G12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3668018"/>
            <a:ext cx="3619500" cy="2351782"/>
          </a:xfrm>
          <a:prstGeom prst="rect">
            <a:avLst/>
          </a:prstGeom>
        </p:spPr>
      </p:pic>
      <p:sp>
        <p:nvSpPr>
          <p:cNvPr id="30" name="Text 17"/>
          <p:cNvSpPr txBox="1"/>
          <p:nvPr/>
        </p:nvSpPr>
        <p:spPr>
          <a:xfrm>
            <a:off x="723900" y="3891855"/>
            <a:ext cx="368498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FR4</a:t>
            </a:r>
            <a:endParaRPr lang="en-US" sz="15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68712" y="3858518"/>
            <a:ext cx="693688" cy="257175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3363962" y="3934718"/>
            <a:ext cx="50318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RANKING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19"/>
          <p:cNvSpPr txBox="1"/>
          <p:nvPr/>
        </p:nvSpPr>
        <p:spPr>
          <a:xfrm>
            <a:off x="7239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TOP 5 RECOMMENDATION</a:t>
            </a:r>
            <a:endParaRPr lang="en-US" sz="11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4" name="Text 20"/>
          <p:cNvSpPr txBox="1"/>
          <p:nvPr/>
        </p:nvSpPr>
        <p:spPr>
          <a:xfrm>
            <a:off x="7239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LARGE(Score,k) + INDEX-MATCH</a:t>
            </a:r>
            <a:r>
              <a:rPr lang="en-US" sz="938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returns name, battery arrival, queue, distance, score.</a:t>
            </a:r>
            <a:endParaRPr lang="en-US" sz="938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3900" y="5442645"/>
            <a:ext cx="3238500" cy="405705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809625" y="5509320"/>
            <a:ext cx="3067050" cy="27235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711"/>
              </a:spcBef>
              <a:buNone/>
            </a:pPr>
            <a:r>
              <a:rPr lang="en-US" sz="825" b="1" dirty="0">
                <a:solidFill>
                  <a:schemeClr val="bg1"/>
                </a:solidFill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=INDEX(A:A,MATCH(LARGE(K:K,I7),K:K,0)) Score 89.68 Mescom Surathkal</a:t>
            </a:r>
            <a:endParaRPr lang="en-US" sz="825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86250" y="3668018"/>
            <a:ext cx="3619500" cy="235178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476750" y="3891855"/>
            <a:ext cx="36522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FR5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77509" y="3858518"/>
            <a:ext cx="737741" cy="257175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7072759" y="3934718"/>
            <a:ext cx="5472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solidFill>
                  <a:schemeClr val="bg1"/>
                </a:solidFill>
                <a:highlight>
                  <a:srgbClr val="000000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 LIVE</a:t>
            </a:r>
            <a:endParaRPr lang="en-US" sz="75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41" name="Text 24"/>
          <p:cNvSpPr txBox="1"/>
          <p:nvPr/>
        </p:nvSpPr>
        <p:spPr>
          <a:xfrm>
            <a:off x="447675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KPIS — COUNTS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42" name="Text 25"/>
          <p:cNvSpPr txBox="1"/>
          <p:nvPr/>
        </p:nvSpPr>
        <p:spPr>
          <a:xfrm>
            <a:off x="4476750" y="4437162"/>
            <a:ext cx="3238500" cy="48220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Total=COUNTA, State=COUNTIF, Reachable=COUNTIF(Yes)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. 1117 total, 279 reachable @70%.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750" y="5578822"/>
            <a:ext cx="3238500" cy="269528"/>
          </a:xfrm>
          <a:prstGeom prst="rect">
            <a:avLst/>
          </a:prstGeom>
        </p:spPr>
      </p:pic>
      <p:sp>
        <p:nvSpPr>
          <p:cNvPr id="44" name="Text 26"/>
          <p:cNvSpPr txBox="1"/>
          <p:nvPr/>
        </p:nvSpPr>
        <p:spPr>
          <a:xfrm>
            <a:off x="456247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4518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=COUNTIF(EVCleanedDataset[Reachable],"Yes") → 25.0%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39100" y="3668018"/>
            <a:ext cx="3619500" cy="2351782"/>
          </a:xfrm>
          <a:prstGeom prst="rect">
            <a:avLst/>
          </a:prstGeom>
        </p:spPr>
      </p:pic>
      <p:sp>
        <p:nvSpPr>
          <p:cNvPr id="46" name="Text 27"/>
          <p:cNvSpPr txBox="1"/>
          <p:nvPr/>
        </p:nvSpPr>
        <p:spPr>
          <a:xfrm>
            <a:off x="8229600" y="3891855"/>
            <a:ext cx="370284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500" kern="0" spc="3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FR6</a:t>
            </a:r>
            <a:endParaRPr lang="en-US" sz="1500" dirty="0">
              <a:latin typeface="Arial Rounded MT Bold" panose="020F0704030504030204" pitchFamily="34" charset="0"/>
            </a:endParaRPr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33050" y="3858518"/>
            <a:ext cx="635050" cy="257175"/>
          </a:xfrm>
          <a:prstGeom prst="rect">
            <a:avLst/>
          </a:prstGeom>
        </p:spPr>
      </p:pic>
      <p:sp>
        <p:nvSpPr>
          <p:cNvPr id="48" name="Text 28"/>
          <p:cNvSpPr txBox="1"/>
          <p:nvPr/>
        </p:nvSpPr>
        <p:spPr>
          <a:xfrm>
            <a:off x="10928300" y="3934718"/>
            <a:ext cx="444550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49" name="Text 29"/>
          <p:cNvSpPr txBox="1"/>
          <p:nvPr/>
        </p:nvSpPr>
        <p:spPr>
          <a:xfrm>
            <a:off x="8229600" y="4201418"/>
            <a:ext cx="3238500" cy="15001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1125" b="1" kern="0" spc="-1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VISUALS — PIE + BAR + GAUGE</a:t>
            </a:r>
            <a:endParaRPr lang="en-US" sz="1125" dirty="0">
              <a:latin typeface="Arial Rounded MT Bold" panose="020F0704030504030204" pitchFamily="34" charset="0"/>
            </a:endParaRPr>
          </a:p>
        </p:txBody>
      </p:sp>
      <p:sp>
        <p:nvSpPr>
          <p:cNvPr id="50" name="Text 30"/>
          <p:cNvSpPr txBox="1"/>
          <p:nvPr/>
        </p:nvSpPr>
        <p:spPr>
          <a:xfrm>
            <a:off x="8229600" y="4437162"/>
            <a:ext cx="323850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Pie 25.0/75.0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Top5 Distance Bar (3.7-91.4 km), Top5 Score Bar 76-90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51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5578822"/>
            <a:ext cx="3238500" cy="269528"/>
          </a:xfrm>
          <a:prstGeom prst="rect">
            <a:avLst/>
          </a:prstGeom>
        </p:spPr>
      </p:pic>
      <p:sp>
        <p:nvSpPr>
          <p:cNvPr id="52" name="Text 31"/>
          <p:cNvSpPr txBox="1"/>
          <p:nvPr/>
        </p:nvSpPr>
        <p:spPr>
          <a:xfrm>
            <a:off x="8315325" y="5645497"/>
            <a:ext cx="3067050" cy="13617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73"/>
              </a:lnSpc>
              <a:spcBef>
                <a:spcPts val="5783"/>
              </a:spcBef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 Format: Score&gt;80 Green 50-80 Yellow &lt;50 Red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53" name="Text 32"/>
          <p:cNvSpPr txBox="1"/>
          <p:nvPr/>
        </p:nvSpPr>
        <p:spPr>
          <a:xfrm>
            <a:off x="895350" y="6236494"/>
            <a:ext cx="107632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endParaRPr lang="en-US" sz="975" dirty="0">
              <a:latin typeface="Arial Rounded MT Bold" panose="020F0704030504030204" pitchFamily="34" charset="0"/>
            </a:endParaRPr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All formulas pure Excel — no VBA, offline, &lt;1 sec for 1117 rows. Handbook Sec 3: Appropriate tech, not trendy.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3BDC08D5-5D82-9D9E-42FF-A3D6B25FFE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030486"/>
            <a:ext cx="5543550" cy="540841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993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>
              <a:lnSpc>
                <a:spcPts val="3600"/>
              </a:lnSpc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9. </a:t>
            </a:r>
            <a:r>
              <a:rPr lang="en-US" sz="360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Non-Functional Requirements &amp; Data Required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030486"/>
            <a:ext cx="5467350" cy="54084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395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⚙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10 — NON-FUNCTIONAL REQUIREMENTS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78105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MVP MUST BE FAST, PURE &amp; RELIABLE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021086"/>
            <a:ext cx="4972050" cy="7490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925" y="214491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PERFORMANCE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2033867" y="2154436"/>
            <a:ext cx="3576358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 for 1117 rows.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Structured references EVCleanedDataset[Name] + volatile-free Haversine. Current recalc 0.3 sec.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865388"/>
            <a:ext cx="4972050" cy="5819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925" y="2989213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1" name="Text 6"/>
          <p:cNvSpPr txBox="1"/>
          <p:nvPr/>
        </p:nvSpPr>
        <p:spPr>
          <a:xfrm>
            <a:off x="1895475" y="2998738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pure formulas.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Works on Excel 2016+ • Named Ranges MyCity, MyBattery for noobs.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542556"/>
            <a:ext cx="4972050" cy="5819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23925" y="366638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SCALABILITY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1895475" y="3675906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Handles 2000 stations.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Excel Table auto-expands • Data Validation list up to 25 cities.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4219724"/>
            <a:ext cx="4972050" cy="58191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23925" y="4343549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RELIABILITY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0"/>
          <p:cNvSpPr txBox="1"/>
          <p:nvPr/>
        </p:nvSpPr>
        <p:spPr>
          <a:xfrm>
            <a:off x="1895475" y="4353074"/>
            <a:ext cx="3714750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Error handling IFERROR.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</a:t>
            </a: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=IFERROR(INDEX(...), Not Found)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AVERAGEIF returns blank if city missing.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" y="5900738"/>
            <a:ext cx="1053703" cy="30956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04875" y="5986463"/>
            <a:ext cx="80605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 0.3s recalc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9053" y="5900738"/>
            <a:ext cx="839539" cy="309563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072878" y="5986463"/>
            <a:ext cx="591889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🧩 No VBA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2893" y="5900738"/>
            <a:ext cx="1226493" cy="309563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3026718" y="5986463"/>
            <a:ext cx="9788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📈 2000 rows OK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4"/>
          <p:cNvSpPr txBox="1"/>
          <p:nvPr/>
        </p:nvSpPr>
        <p:spPr>
          <a:xfrm>
            <a:off x="6781800" y="1323380"/>
            <a:ext cx="4629150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16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◍</a:t>
            </a:r>
            <a:r>
              <a:rPr lang="en-US" sz="825" b="1" kern="0" spc="11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POINT 11 — DATA REQUIRED • 3 LAYERS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5"/>
          <p:cNvSpPr txBox="1"/>
          <p:nvPr/>
        </p:nvSpPr>
        <p:spPr>
          <a:xfrm>
            <a:off x="6438900" y="1659136"/>
            <a:ext cx="4972050" cy="2286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kern="0" spc="-27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RAW 1548 → CLEANED SCORING</a:t>
            </a:r>
            <a:endParaRPr lang="en-US" sz="1800" dirty="0">
              <a:latin typeface="Arial Rounded MT Bold" panose="020F0704030504030204" pitchFamily="34" charset="0"/>
            </a:endParaRPr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2021086"/>
            <a:ext cx="4972050" cy="581918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6581775" y="214491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EVRAWDATASET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9" name="Text 17"/>
          <p:cNvSpPr txBox="1"/>
          <p:nvPr/>
        </p:nvSpPr>
        <p:spPr>
          <a:xfrm>
            <a:off x="7691717" y="2154436"/>
            <a:ext cx="357635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1548 rows, 7 columns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name, state, city, address, lattitude, longitude, type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. Source: open CPO dump.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2698254"/>
            <a:ext cx="4972050" cy="749052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6581775" y="2822079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EVCLEANED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2" name="Text 19"/>
          <p:cNvSpPr txBox="1"/>
          <p:nvPr/>
        </p:nvSpPr>
        <p:spPr>
          <a:xfrm>
            <a:off x="7553325" y="2831604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Distance, Queue, Score, Reachable.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Queue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=MOD(ROW()*7,10)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Haversine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6371*ACOS(SIN...)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Score weighted 0.4/0.3/0.3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8900" y="3542556"/>
            <a:ext cx="4972050" cy="749052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6581775" y="3666381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USER INPUT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7553325" y="3675906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Dashboard!G7:G12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MyCity Mangalore • MyLat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12.9090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via AVERAGEIF • MyLong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74.8359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MyBattery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70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Range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300km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386858"/>
            <a:ext cx="4972050" cy="749052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6581775" y="4510683"/>
            <a:ext cx="876300" cy="12561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90"/>
              </a:lnSpc>
              <a:buNone/>
            </a:pPr>
            <a:r>
              <a:rPr lang="en-US" sz="825" b="1" kern="0" spc="66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 FEED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23"/>
          <p:cNvSpPr txBox="1"/>
          <p:nvPr/>
        </p:nvSpPr>
        <p:spPr>
          <a:xfrm>
            <a:off x="7553325" y="4520208"/>
            <a:ext cx="3714750" cy="49187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COUNTA + COUNTIF live.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Total =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COUNTA(Name)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1117 • State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COUNTIF(State,MyState)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• Reachable </a:t>
            </a:r>
            <a:r>
              <a:rPr lang="en-US" sz="900" b="1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COUNTIF(Reachable,Yes)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9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8900" y="5900738"/>
            <a:ext cx="1715691" cy="309563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6562725" y="5986463"/>
            <a:ext cx="1468041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 12.9N 74.8E Mangalore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8891" y="5900738"/>
            <a:ext cx="1362968" cy="309563"/>
          </a:xfrm>
          <a:prstGeom prst="rect">
            <a:avLst/>
          </a:prstGeom>
        </p:spPr>
      </p:pic>
      <p:sp>
        <p:nvSpPr>
          <p:cNvPr id="42" name="Text 25"/>
          <p:cNvSpPr txBox="1"/>
          <p:nvPr/>
        </p:nvSpPr>
        <p:spPr>
          <a:xfrm>
            <a:off x="8392716" y="5986463"/>
            <a:ext cx="1115318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kern="0" spc="5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🔋 70% → 20% test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Image 1" descr="preencoded.png">
            <a:extLst>
              <a:ext uri="{FF2B5EF4-FFF2-40B4-BE49-F238E27FC236}">
                <a16:creationId xmlns:a16="http://schemas.microsoft.com/office/drawing/2014/main" id="{5DEC35BB-D11B-8D2E-63F1-2B5C60F2E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680" y="3079105"/>
            <a:ext cx="3104257" cy="167044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33400" y="419100"/>
            <a:ext cx="11125200" cy="43234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3450" b="1" kern="0" spc="-34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10. TECH STACK — </a:t>
            </a:r>
            <a:r>
              <a:rPr lang="en-US" sz="3450" b="1" kern="0" spc="-34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WHY EXCEL?</a:t>
            </a:r>
            <a:endParaRPr lang="en-US" sz="3450" dirty="0">
              <a:latin typeface="Arial Rounded MT Bold" panose="020F0704030504030204" pitchFamily="34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256258"/>
            <a:ext cx="3104257" cy="16704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04850" y="1446758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STRUCTURED REFERENCES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704850" y="1646783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EXCEL TABLES + NAMED RANGES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770966" y="1875383"/>
            <a:ext cx="269524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EVCleanedDataset[Name]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table auto-expands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776958" y="2118910"/>
            <a:ext cx="1995487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MyCity G7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MyLat MyLong via AVERAGEIF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82835" y="2362436"/>
            <a:ext cx="2605385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MyBattery G11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, VehicleRangeKm G12 dynamic calc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007" y="1256258"/>
            <a:ext cx="3104406" cy="16704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942457" y="1446758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CORE FORMULAS — ENGINE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4" name="Text 9"/>
          <p:cNvSpPr txBox="1"/>
          <p:nvPr/>
        </p:nvSpPr>
        <p:spPr>
          <a:xfrm>
            <a:off x="3942457" y="1646783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HAVERSINE + MCDM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050953" y="1875383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Distance: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6371*ACOS(...)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in I5:I1121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050953" y="2074218"/>
            <a:ext cx="2653010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CityMin: </a:t>
            </a: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MINIFS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+ IsFirstCity COUNTIF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4050953" y="2273052"/>
            <a:ext cx="2653010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Score: Weighted 0.4/0.3/0.3 + LARGE + INDEX-MATCH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3060055"/>
            <a:ext cx="3104257" cy="16704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04850" y="3250555"/>
            <a:ext cx="276135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UX WITHOUT CODE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704850" y="3450580"/>
            <a:ext cx="2761357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VALIDATION + FORMATTING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782836" y="3679180"/>
            <a:ext cx="2683372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Data Validation List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: 25 cities fixed Trivandram typo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782836" y="4038749"/>
            <a:ext cx="2683371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Conditional: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&gt;80 Green, 50-80 Yellow, &lt;50 Red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7"/>
          <p:cNvSpPr txBox="1"/>
          <p:nvPr/>
        </p:nvSpPr>
        <p:spPr>
          <a:xfrm>
            <a:off x="782836" y="4360218"/>
            <a:ext cx="2683371" cy="1988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Battery: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MAX(0, Batt - Dist/Range*100)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3942457" y="3250555"/>
            <a:ext cx="2761506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9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VISUALIZATION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3942457" y="3450580"/>
            <a:ext cx="2761506" cy="1524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200" b="1" kern="0" spc="-1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CHARTS • DASHBOARD REQ #20</a:t>
            </a:r>
            <a:endParaRPr lang="en-US" sz="120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4407098" y="3679180"/>
            <a:ext cx="2296864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KPIs: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COUNTA total, COUNTIF state, COUNTIF reachable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327327" y="4038749"/>
            <a:ext cx="2376636" cy="32146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vs Non (25.0% vs 75.0% @70%)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sp>
        <p:nvSpPr>
          <p:cNvPr id="29" name="Text 22"/>
          <p:cNvSpPr txBox="1"/>
          <p:nvPr/>
        </p:nvSpPr>
        <p:spPr>
          <a:xfrm>
            <a:off x="4346377" y="4398318"/>
            <a:ext cx="2357586" cy="16073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38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Bar:</a:t>
            </a:r>
            <a:r>
              <a:rPr lang="en-US" sz="938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Top5 Distance + Score</a:t>
            </a:r>
            <a:endParaRPr lang="en-US" sz="938" dirty="0">
              <a:latin typeface="Arial Rounded MT Bold" panose="020F0704030504030204" pitchFamily="34" charset="0"/>
            </a:endParaRPr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913" y="1256258"/>
            <a:ext cx="4592538" cy="51826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065912" y="1257300"/>
            <a:ext cx="4592687" cy="504825"/>
          </a:xfrm>
          <a:prstGeom prst="rect">
            <a:avLst/>
          </a:prstGeom>
          <a:solidFill>
            <a:srgbClr val="22101A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7256413" y="1440061"/>
            <a:ext cx="1093440" cy="17517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80"/>
              </a:lnSpc>
              <a:buNone/>
            </a:pPr>
            <a:r>
              <a:rPr lang="en-US" sz="1200" b="1" kern="0" spc="-18" dirty="0">
                <a:solidFill>
                  <a:schemeClr val="bg1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ARCHITECTURE FLOW</a:t>
            </a:r>
            <a:endParaRPr lang="en-US" sz="1200" dirty="0">
              <a:solidFill>
                <a:schemeClr val="bg1"/>
              </a:solidFill>
              <a:latin typeface="Arial Rounded MT Bold" panose="020F0704030504030204" pitchFamily="34" charset="0"/>
            </a:endParaRPr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66946" y="1408658"/>
            <a:ext cx="901005" cy="23812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0662196" y="1475333"/>
            <a:ext cx="71050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6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CHAIN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7086600" y="1781175"/>
            <a:ext cx="4552950" cy="3800475"/>
          </a:xfrm>
          <a:prstGeom prst="rect">
            <a:avLst/>
          </a:prstGeom>
          <a:solidFill>
            <a:srgbClr val="FFF8F8"/>
          </a:solidFill>
          <a:ln/>
        </p:spPr>
        <p:txBody>
          <a:bodyPr/>
          <a:lstStyle/>
          <a:p>
            <a:endParaRPr>
              <a:latin typeface="Arial Rounded MT Bold" panose="020F0704030504030204" pitchFamily="34" charset="0"/>
            </a:endParaRPr>
          </a:p>
        </p:txBody>
      </p:sp>
      <p:pic>
        <p:nvPicPr>
          <p:cNvPr id="36" name="Image 7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199263" y="2153284"/>
            <a:ext cx="4325838" cy="2806444"/>
          </a:xfrm>
          <a:prstGeom prst="rect">
            <a:avLst/>
          </a:prstGeom>
        </p:spPr>
      </p:pic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4963" y="5581650"/>
            <a:ext cx="4554438" cy="838200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7363" y="5715000"/>
            <a:ext cx="1565672" cy="257175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42138" y="5791200"/>
            <a:ext cx="135612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Input: City, Battery, Range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79235" y="5715000"/>
            <a:ext cx="1095077" cy="257175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8984010" y="5791200"/>
            <a:ext cx="8855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Named Ranges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7363" y="6048375"/>
            <a:ext cx="1715691" cy="25717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342138" y="6124575"/>
            <a:ext cx="1506141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Distance + Battery + Score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29254" y="6048375"/>
            <a:ext cx="1406723" cy="257175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9134029" y="6124575"/>
            <a:ext cx="1197173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8" dirty="0">
                <a:highlight>
                  <a:srgbClr val="FFFFF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→ Top5 + KPIs + Charts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00050"/>
            <a:ext cx="10538012" cy="87987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kern="0" spc="-72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11. KPIS — </a:t>
            </a:r>
            <a:r>
              <a:rPr lang="en-US" sz="3600" b="1" kern="0" spc="-72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HOW WE MEASURE SUCCESS</a:t>
            </a:r>
            <a:endParaRPr lang="en-US" sz="3600" dirty="0">
              <a:latin typeface="Arial Rounded MT Bold" panose="020F0704030504030204" pitchFamily="34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13272"/>
            <a:ext cx="11125200" cy="46208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4850" y="1571179"/>
            <a:ext cx="27813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KPI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3790950" y="1571179"/>
            <a:ext cx="34671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FORMULA IN EXCEL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562850" y="1571179"/>
            <a:ext cx="14097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TARGET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277350" y="157117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825" b="1" kern="0" spc="99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CURRENT IN EXCEL @70%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1851422"/>
            <a:ext cx="11087100" cy="8326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750" y="220310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Reachable Stations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3790950" y="2203252"/>
            <a:ext cx="3467100" cy="157609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=COUNTIF(Reachable="Yes") / COUNTA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7562850" y="2203252"/>
            <a:ext cx="34706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&gt;60%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9277350" y="2040582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25.0%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279 / 1117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9277350" y="2231082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Barely shifts to 24.4% @20% — distance/queue dominate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2684115"/>
            <a:ext cx="11087100" cy="8326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47750" y="3035796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📍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Distance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3790950" y="3035945"/>
            <a:ext cx="2670274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=AVERAGE(Distance Top5) via INDEX-MATCH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4"/>
          <p:cNvSpPr txBox="1"/>
          <p:nvPr/>
        </p:nvSpPr>
        <p:spPr>
          <a:xfrm>
            <a:off x="7562850" y="3035945"/>
            <a:ext cx="429369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&lt;15 km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9277350" y="2943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29.9 km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Mangalore 3.7–91.4 km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9277350" y="3134469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Mescom Surathkal 11.4 km #1 Score 89.68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" y="3516809"/>
            <a:ext cx="11087100" cy="8326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47750" y="3868489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⏱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Avg Queue Top 5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3790950" y="3868638"/>
            <a:ext cx="322376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=AVERAGE(Queue Top5) • Queue=MOD(ROW*7,10) 0-9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5" name="Text 19"/>
          <p:cNvSpPr txBox="1"/>
          <p:nvPr/>
        </p:nvSpPr>
        <p:spPr>
          <a:xfrm>
            <a:off x="7562850" y="3868638"/>
            <a:ext cx="39781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&lt;3 veh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20"/>
          <p:cNvSpPr txBox="1"/>
          <p:nvPr/>
        </p:nvSpPr>
        <p:spPr>
          <a:xfrm>
            <a:off x="9277350" y="3705969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1.4 veh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Low congestion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9277350" y="3896469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Avoids Station A 8 queue hidden in other apps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50" y="4349502"/>
            <a:ext cx="11087100" cy="8326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47750" y="4701183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Recommendation Latency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0" name="Text 23"/>
          <p:cNvSpPr txBox="1"/>
          <p:nvPr/>
        </p:nvSpPr>
        <p:spPr>
          <a:xfrm>
            <a:off x="3790950" y="4701332"/>
            <a:ext cx="2933551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Recalc time • Structured refs EVCleanedDataset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1" name="Text 24"/>
          <p:cNvSpPr txBox="1"/>
          <p:nvPr/>
        </p:nvSpPr>
        <p:spPr>
          <a:xfrm>
            <a:off x="7562850" y="4701332"/>
            <a:ext cx="371177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&lt;1 sec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2" name="Text 25"/>
          <p:cNvSpPr txBox="1"/>
          <p:nvPr/>
        </p:nvSpPr>
        <p:spPr>
          <a:xfrm>
            <a:off x="9277350" y="4609356"/>
            <a:ext cx="2209800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0.3 sec </a:t>
            </a:r>
            <a:r>
              <a:rPr lang="en-US" sz="750" b="1" kern="0" spc="45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Tables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3" name="Text 26"/>
          <p:cNvSpPr txBox="1"/>
          <p:nvPr/>
        </p:nvSpPr>
        <p:spPr>
          <a:xfrm>
            <a:off x="9277350" y="4799856"/>
            <a:ext cx="2209800" cy="141387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 VBA, Excel 2016+ compatible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50" y="5182195"/>
            <a:ext cx="11087100" cy="8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47750" y="5534025"/>
            <a:ext cx="2438400" cy="197941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00" b="1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📊</a:t>
            </a: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Score Distribution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6" name="Text 28"/>
          <p:cNvSpPr txBox="1"/>
          <p:nvPr/>
        </p:nvSpPr>
        <p:spPr>
          <a:xfrm>
            <a:off x="3790950" y="5534025"/>
            <a:ext cx="3091458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Histogram • Score&gt;80 Green 50-80 Yellow &lt;50 Red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7" name="Text 29"/>
          <p:cNvSpPr txBox="1"/>
          <p:nvPr/>
        </p:nvSpPr>
        <p:spPr>
          <a:xfrm>
            <a:off x="7562850" y="5534025"/>
            <a:ext cx="447526" cy="14287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Normal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sp>
        <p:nvSpPr>
          <p:cNvPr id="38" name="Text 30"/>
          <p:cNvSpPr txBox="1"/>
          <p:nvPr/>
        </p:nvSpPr>
        <p:spPr>
          <a:xfrm>
            <a:off x="9277350" y="5361980"/>
            <a:ext cx="2209800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Validated </a:t>
            </a:r>
            <a:r>
              <a:rPr lang="en-US" sz="750" b="1" kern="0" spc="45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Cond Format ✓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9277350" y="5571530"/>
            <a:ext cx="2209800" cy="28277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4"/>
              </a:lnSpc>
              <a:spcBef>
                <a:spcPts val="150"/>
              </a:spcBef>
              <a:buNone/>
            </a:pPr>
            <a:r>
              <a:rPr lang="en-US" sz="82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Pie: 25.0% Reachable / 75.0% Non • Top5 Score 76–90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6167438"/>
            <a:ext cx="4512766" cy="290513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81050" y="6243638"/>
            <a:ext cx="4141291" cy="113704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Success = 100% formula accuracy • LARGE() ranking, no ties, IFERROR handling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6274594"/>
            <a:ext cx="76200" cy="762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5722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0466" y="6167438"/>
            <a:ext cx="3431530" cy="290513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478889" y="6235024"/>
            <a:ext cx="2664470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Demo: Change MyBattery 70→20 in G11 — see KPIs flip live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4291" y="6274594"/>
            <a:ext cx="76200" cy="76200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5286375" y="6276975"/>
            <a:ext cx="76200" cy="762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Image 2" descr="preencoded.png">
            <a:extLst>
              <a:ext uri="{FF2B5EF4-FFF2-40B4-BE49-F238E27FC236}">
                <a16:creationId xmlns:a16="http://schemas.microsoft.com/office/drawing/2014/main" id="{A1B56752-7D7C-B8EF-6AE6-524F365E9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717" y="1342726"/>
            <a:ext cx="5113883" cy="513427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33400" y="766763"/>
            <a:ext cx="6022032" cy="42356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spcBef>
                <a:spcPts val="750"/>
              </a:spcBef>
              <a:buNone/>
            </a:pPr>
            <a:r>
              <a:rPr lang="en-US" sz="3300" b="1" kern="0" spc="-33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12. OUTCOME &amp; </a:t>
            </a:r>
            <a:r>
              <a:rPr lang="en-US" sz="3300" b="1" kern="0" spc="-33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DELIVERABLES</a:t>
            </a:r>
            <a:endParaRPr lang="en-US" sz="3300" dirty="0">
              <a:latin typeface="Arial Rounded MT Bold" panose="020F0704030504030204" pitchFamily="34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342727"/>
            <a:ext cx="5858917" cy="513427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23950" y="1635621"/>
            <a:ext cx="5020717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488F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⚡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15. BUSINESS OUTCOME — BETTER CX, REDUCED ANXIETY, LOAD BALANCING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10" name="Text 5"/>
          <p:cNvSpPr txBox="1"/>
          <p:nvPr/>
        </p:nvSpPr>
        <p:spPr>
          <a:xfrm>
            <a:off x="781050" y="1971377"/>
            <a:ext cx="5363617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FROM GUESSWORK → RANKED DECISION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2314277"/>
            <a:ext cx="247650" cy="24765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82253" y="2369046"/>
            <a:ext cx="136922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1123950" y="2323802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Drivers: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No more manual scan. Clear Top 5 with BatteryOnArrival = MAX(0, Batt - Dist/Range*100)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743795"/>
            <a:ext cx="247650" cy="24765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73621" y="2798564"/>
            <a:ext cx="145554" cy="18335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16" name="Text 9"/>
          <p:cNvSpPr txBox="1"/>
          <p:nvPr/>
        </p:nvSpPr>
        <p:spPr>
          <a:xfrm>
            <a:off x="1123950" y="2753320"/>
            <a:ext cx="5020717" cy="324743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16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For CPO: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CityLevelMinimumDistance via MINIFS flags where new stations needed — data-driven expansion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230463"/>
            <a:ext cx="2634109" cy="1065611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923925" y="3373338"/>
            <a:ext cx="2348359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DEMO @70%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19" name="Text 11"/>
          <p:cNvSpPr txBox="1"/>
          <p:nvPr/>
        </p:nvSpPr>
        <p:spPr>
          <a:xfrm>
            <a:off x="923925" y="3535263"/>
            <a:ext cx="2348359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MESCOM SURATHKAL #1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0" name="Text 12"/>
          <p:cNvSpPr txBox="1"/>
          <p:nvPr/>
        </p:nvSpPr>
        <p:spPr>
          <a:xfrm>
            <a:off x="923925" y="3744813"/>
            <a:ext cx="2348359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Score 89.68 • Dist 11.4km • Queue 0 • BattArr 66.2% • Reachable 279/1117 (25.0%)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0409" y="3230463"/>
            <a:ext cx="2634258" cy="107078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653284" y="3373338"/>
            <a:ext cx="2348508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STRESS TEST @20% BATTERY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23" name="Text 14"/>
          <p:cNvSpPr txBox="1"/>
          <p:nvPr/>
        </p:nvSpPr>
        <p:spPr>
          <a:xfrm>
            <a:off x="3653284" y="3535263"/>
            <a:ext cx="2348508" cy="1714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STILL 273 REACHABLE</a:t>
            </a:r>
            <a:endParaRPr lang="en-US" sz="1350" dirty="0">
              <a:latin typeface="Arial Rounded MT Bold" panose="020F0704030504030204" pitchFamily="34" charset="0"/>
            </a:endParaRPr>
          </a:p>
        </p:txBody>
      </p:sp>
      <p:sp>
        <p:nvSpPr>
          <p:cNvPr id="24" name="Text 15"/>
          <p:cNvSpPr txBox="1"/>
          <p:nvPr/>
        </p:nvSpPr>
        <p:spPr>
          <a:xfrm>
            <a:off x="3653284" y="3744813"/>
            <a:ext cx="2348508" cy="26193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1"/>
              </a:lnSpc>
              <a:buNone/>
            </a:pPr>
            <a:r>
              <a:rPr lang="en-US" sz="82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Reachable count barely moves — 273 reachable (24.4%) — shows distance &amp; queue outweigh battery</a:t>
            </a:r>
            <a:endParaRPr lang="en-US" sz="825" dirty="0">
              <a:latin typeface="Arial Rounded MT Bold" panose="020F0704030504030204" pitchFamily="34" charset="0"/>
            </a:endParaRPr>
          </a:p>
        </p:txBody>
      </p:sp>
      <p:sp>
        <p:nvSpPr>
          <p:cNvPr id="26" name="Text 16"/>
          <p:cNvSpPr txBox="1"/>
          <p:nvPr/>
        </p:nvSpPr>
        <p:spPr>
          <a:xfrm>
            <a:off x="7154317" y="1635621"/>
            <a:ext cx="4256484" cy="202406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1050" b="1" kern="0" spc="107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r>
              <a:rPr lang="en-US" sz="825" b="1" kern="0" spc="107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16. EXPECTED DELIVERABLES</a:t>
            </a:r>
            <a:endParaRPr lang="en-US" sz="1050" dirty="0">
              <a:latin typeface="Arial Rounded MT Bold" panose="020F0704030504030204" pitchFamily="34" charset="0"/>
            </a:endParaRPr>
          </a:p>
        </p:txBody>
      </p:sp>
      <p:sp>
        <p:nvSpPr>
          <p:cNvPr id="27" name="Text 17"/>
          <p:cNvSpPr txBox="1"/>
          <p:nvPr/>
        </p:nvSpPr>
        <p:spPr>
          <a:xfrm>
            <a:off x="6811417" y="1971377"/>
            <a:ext cx="4599384" cy="20955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50" b="1" kern="0" spc="-25" dirty="0"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PPT + EXCEL + README + VIDEO + LINKEDIN</a:t>
            </a:r>
            <a:endParaRPr lang="en-US" sz="1650" dirty="0">
              <a:latin typeface="Arial Rounded MT Bold" panose="020F070403050403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1417" y="2314277"/>
            <a:ext cx="4599384" cy="531316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2456111"/>
            <a:ext cx="247650" cy="24765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7019925" y="2513261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1" name="Text 19"/>
          <p:cNvSpPr txBox="1"/>
          <p:nvPr/>
        </p:nvSpPr>
        <p:spPr>
          <a:xfrm>
            <a:off x="7278142" y="2419052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File 3 sheets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EVRawDataset 1548, EVCleanedDataset 1117 + formulas, Dashboard with Named Ranges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417" y="2931319"/>
            <a:ext cx="4599384" cy="531316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3073152"/>
            <a:ext cx="247650" cy="247650"/>
          </a:xfrm>
          <a:prstGeom prst="rect">
            <a:avLst/>
          </a:prstGeom>
        </p:spPr>
      </p:pic>
      <p:sp>
        <p:nvSpPr>
          <p:cNvPr id="34" name="Text 20"/>
          <p:cNvSpPr txBox="1"/>
          <p:nvPr/>
        </p:nvSpPr>
        <p:spPr>
          <a:xfrm>
            <a:off x="7019925" y="3130302"/>
            <a:ext cx="162967" cy="19050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5" name="Text 21"/>
          <p:cNvSpPr txBox="1"/>
          <p:nvPr/>
        </p:nvSpPr>
        <p:spPr>
          <a:xfrm>
            <a:off x="7278142" y="3036094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README + Architecture Diagram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flow: Input → Named Ranges → Cleaned (Distance/Battery/Score) → Top5+KPIs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11417" y="3548360"/>
            <a:ext cx="4599384" cy="531316"/>
          </a:xfrm>
          <a:prstGeom prst="rect">
            <a:avLst/>
          </a:prstGeom>
        </p:spPr>
      </p:pic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3690193"/>
            <a:ext cx="247650" cy="24765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7019925" y="3747343"/>
            <a:ext cx="162967" cy="189460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✓</a:t>
            </a:r>
            <a:endParaRPr lang="en-US" sz="900" dirty="0">
              <a:latin typeface="Arial Rounded MT Bold" panose="020F0704030504030204" pitchFamily="34" charset="0"/>
            </a:endParaRPr>
          </a:p>
        </p:txBody>
      </p:sp>
      <p:sp>
        <p:nvSpPr>
          <p:cNvPr id="39" name="Text 23"/>
          <p:cNvSpPr txBox="1"/>
          <p:nvPr/>
        </p:nvSpPr>
        <p:spPr>
          <a:xfrm>
            <a:off x="7278142" y="3733913"/>
            <a:ext cx="4008834" cy="190500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PPT 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1417" y="4165402"/>
            <a:ext cx="4599384" cy="531316"/>
          </a:xfrm>
          <a:prstGeom prst="rect">
            <a:avLst/>
          </a:prstGeom>
        </p:spPr>
      </p:pic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5242" y="4307235"/>
            <a:ext cx="247650" cy="247650"/>
          </a:xfrm>
          <a:prstGeom prst="rect">
            <a:avLst/>
          </a:prstGeom>
        </p:spPr>
      </p:pic>
      <p:sp>
        <p:nvSpPr>
          <p:cNvPr id="43" name="Text 25"/>
          <p:cNvSpPr txBox="1"/>
          <p:nvPr/>
        </p:nvSpPr>
        <p:spPr>
          <a:xfrm>
            <a:off x="7278142" y="4270177"/>
            <a:ext cx="4008834" cy="32176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8"/>
              </a:lnSpc>
              <a:buNone/>
            </a:pPr>
            <a:r>
              <a:rPr lang="en-US" sz="975" b="1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Video 15-20 min + LinkedIn Post</a:t>
            </a:r>
            <a:r>
              <a:rPr lang="en-US" sz="975" dirty="0"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 — Loom screen record + #upGradX #EV #Excel #TheOfflineXperience tag instructor</a:t>
            </a:r>
            <a:endParaRPr lang="en-US" sz="975" dirty="0">
              <a:latin typeface="Arial Rounded MT Bold" panose="020F0704030504030204" pitchFamily="34" charset="0"/>
            </a:endParaRPr>
          </a:p>
        </p:txBody>
      </p:sp>
      <p:pic>
        <p:nvPicPr>
          <p:cNvPr id="44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11417" y="5619750"/>
            <a:ext cx="973782" cy="276225"/>
          </a:xfrm>
          <a:prstGeom prst="rect">
            <a:avLst/>
          </a:prstGeom>
        </p:spPr>
      </p:pic>
      <p:sp>
        <p:nvSpPr>
          <p:cNvPr id="45" name="Text 26"/>
          <p:cNvSpPr txBox="1"/>
          <p:nvPr/>
        </p:nvSpPr>
        <p:spPr>
          <a:xfrm>
            <a:off x="6916192" y="5705475"/>
            <a:ext cx="764232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Excel + No VBA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1399" y="5619750"/>
            <a:ext cx="1361777" cy="276225"/>
          </a:xfrm>
          <a:prstGeom prst="rect">
            <a:avLst/>
          </a:prstGeom>
        </p:spPr>
      </p:pic>
      <p:sp>
        <p:nvSpPr>
          <p:cNvPr id="47" name="Text 27"/>
          <p:cNvSpPr txBox="1"/>
          <p:nvPr/>
        </p:nvSpPr>
        <p:spPr>
          <a:xfrm>
            <a:off x="7966174" y="5705475"/>
            <a:ext cx="115222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GitHub commit history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48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99377" y="5619750"/>
            <a:ext cx="1586657" cy="276225"/>
          </a:xfrm>
          <a:prstGeom prst="rect">
            <a:avLst/>
          </a:prstGeom>
        </p:spPr>
      </p:pic>
      <p:sp>
        <p:nvSpPr>
          <p:cNvPr id="49" name="Text 28"/>
          <p:cNvSpPr txBox="1"/>
          <p:nvPr/>
        </p:nvSpPr>
        <p:spPr>
          <a:xfrm>
            <a:off x="9404152" y="5705475"/>
            <a:ext cx="1377107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DO: comments on formulas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pic>
        <p:nvPicPr>
          <p:cNvPr id="50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11417" y="5972175"/>
            <a:ext cx="2355205" cy="276225"/>
          </a:xfrm>
          <a:prstGeom prst="rect">
            <a:avLst/>
          </a:prstGeom>
        </p:spPr>
      </p:pic>
      <p:sp>
        <p:nvSpPr>
          <p:cNvPr id="51" name="Text 29"/>
          <p:cNvSpPr txBox="1"/>
          <p:nvPr/>
        </p:nvSpPr>
        <p:spPr>
          <a:xfrm>
            <a:off x="6916192" y="6057900"/>
            <a:ext cx="2145655" cy="123825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kern="0" spc="30" dirty="0">
                <a:highlight>
                  <a:srgbClr val="FFB956"/>
                </a:highlight>
                <a:latin typeface="Arial Rounded MT Bold" panose="020F0704030504030204" pitchFamily="34" charset="0"/>
                <a:ea typeface="Work Sans" pitchFamily="34" charset="-122"/>
                <a:cs typeface="Work Sans" pitchFamily="34" charset="-120"/>
              </a:rPr>
              <a:t>DON'T: present code you don't understand</a:t>
            </a:r>
            <a:endParaRPr lang="en-US" sz="750" dirty="0">
              <a:latin typeface="Arial Rounded MT Bold" panose="020F070403050403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D1A5CB-4353-6C5E-EBAD-C3C89C807521}"/>
              </a:ext>
            </a:extLst>
          </p:cNvPr>
          <p:cNvSpPr txBox="1"/>
          <p:nvPr/>
        </p:nvSpPr>
        <p:spPr>
          <a:xfrm flipH="1">
            <a:off x="6911631" y="4301247"/>
            <a:ext cx="3238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latin typeface="Arial Rounded MT Bold" panose="020F0704030504030204" pitchFamily="34" charset="0"/>
              </a:rPr>
              <a:t>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21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4295329" y="838349"/>
            <a:ext cx="3601343" cy="147638"/>
          </a:xfrm>
          <a:prstGeom prst="rect">
            <a:avLst/>
          </a:prstGeom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238"/>
              </a:lnSpc>
              <a:buNone/>
            </a:pPr>
            <a:endParaRPr lang="en-US" sz="825" dirty="0"/>
          </a:p>
        </p:txBody>
      </p:sp>
      <p:sp>
        <p:nvSpPr>
          <p:cNvPr id="6" name="Text 1"/>
          <p:cNvSpPr txBox="1"/>
          <p:nvPr/>
        </p:nvSpPr>
        <p:spPr>
          <a:xfrm>
            <a:off x="3335991" y="4455458"/>
            <a:ext cx="4911538" cy="81578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300"/>
              </a:lnSpc>
              <a:buNone/>
            </a:pPr>
            <a:r>
              <a:rPr lang="en-US" sz="6300" b="1" kern="0" spc="-126" dirty="0">
                <a:solidFill>
                  <a:srgbClr val="FFFFFF"/>
                </a:solidFill>
                <a:latin typeface="Arial Rounded MT Bold" panose="020F0704030504030204" pitchFamily="34" charset="0"/>
                <a:ea typeface="Anton" pitchFamily="34" charset="-122"/>
                <a:cs typeface="Anton" pitchFamily="34" charset="-120"/>
              </a:rPr>
              <a:t>THANK YOU</a:t>
            </a:r>
            <a:endParaRPr lang="en-US" sz="6300" dirty="0">
              <a:latin typeface="Arial Rounded MT Bold" panose="020F07040305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2600</Words>
  <Application>Microsoft Office PowerPoint</Application>
  <PresentationFormat>Widescreen</PresentationFormat>
  <Paragraphs>377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Arial Rounded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EV-Industry-Charging-Recommendation-Dashboard</dc:title>
  <dc:subject>PptxGenJS Presentation</dc:subject>
  <dc:creator>PptxGenJS</dc:creator>
  <cp:lastModifiedBy>JEISA MATHEW</cp:lastModifiedBy>
  <cp:revision>1</cp:revision>
  <dcterms:created xsi:type="dcterms:W3CDTF">2026-08-30T13:03:01Z</dcterms:created>
  <dcterms:modified xsi:type="dcterms:W3CDTF">2026-08-30T18:05:06Z</dcterms:modified>
</cp:coreProperties>
</file>