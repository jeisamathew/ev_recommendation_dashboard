
<file path=[Content_Types].xml><?xml version="1.0" encoding="utf-8"?>
<Types xmlns="http://schemas.openxmlformats.org/package/2006/content-types">
  <Default Extension="avif" ContentType="image/av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3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FFCCFF"/>
    <a:srgbClr val="F9BDF0"/>
    <a:srgbClr val="FF6699"/>
    <a:srgbClr val="FA9CED"/>
    <a:srgbClr val="FFFFFF"/>
    <a:srgbClr val="000066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0" d="100"/>
          <a:sy n="80" d="100"/>
        </p:scale>
        <p:origin x="754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ISA MATHEW" userId="05ebb031b9311ef8" providerId="LiveId" clId="{0B5BADA0-EADF-41A1-AAFD-3B897C5B0FA5}"/>
    <pc:docChg chg="undo redo custSel addSld delSld modSld modMainMaster">
      <pc:chgData name="JEISA MATHEW" userId="05ebb031b9311ef8" providerId="LiveId" clId="{0B5BADA0-EADF-41A1-AAFD-3B897C5B0FA5}" dt="2026-08-31T11:19:07.939" v="1166" actId="1076"/>
      <pc:docMkLst>
        <pc:docMk/>
      </pc:docMkLst>
      <pc:sldChg chg="addSp delSp modSp mod setBg">
        <pc:chgData name="JEISA MATHEW" userId="05ebb031b9311ef8" providerId="LiveId" clId="{0B5BADA0-EADF-41A1-AAFD-3B897C5B0FA5}" dt="2026-08-31T11:17:21.986" v="1158" actId="207"/>
        <pc:sldMkLst>
          <pc:docMk/>
          <pc:sldMk cId="0" sldId="256"/>
        </pc:sldMkLst>
        <pc:spChg chg="del mod">
          <ac:chgData name="JEISA MATHEW" userId="05ebb031b9311ef8" providerId="LiveId" clId="{0B5BADA0-EADF-41A1-AAFD-3B897C5B0FA5}" dt="2026-08-30T16:54:58.220" v="19" actId="478"/>
          <ac:spMkLst>
            <pc:docMk/>
            <pc:sldMk cId="0" sldId="256"/>
            <ac:spMk id="4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4:48.765" v="17" actId="478"/>
          <ac:spMkLst>
            <pc:docMk/>
            <pc:sldMk cId="0" sldId="256"/>
            <ac:spMk id="6" creationId="{00000000-0000-0000-0000-000000000000}"/>
          </ac:spMkLst>
        </pc:spChg>
        <pc:spChg chg="add del mod">
          <ac:chgData name="JEISA MATHEW" userId="05ebb031b9311ef8" providerId="LiveId" clId="{0B5BADA0-EADF-41A1-AAFD-3B897C5B0FA5}" dt="2026-08-31T11:17:21.986" v="1158" actId="207"/>
          <ac:spMkLst>
            <pc:docMk/>
            <pc:sldMk cId="0" sldId="256"/>
            <ac:spMk id="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4:23.664" v="12" actId="478"/>
          <ac:spMkLst>
            <pc:docMk/>
            <pc:sldMk cId="0" sldId="256"/>
            <ac:spMk id="9" creationId="{00000000-0000-0000-0000-000000000000}"/>
          </ac:spMkLst>
        </pc:spChg>
        <pc:spChg chg="add del mod ord">
          <ac:chgData name="JEISA MATHEW" userId="05ebb031b9311ef8" providerId="LiveId" clId="{0B5BADA0-EADF-41A1-AAFD-3B897C5B0FA5}" dt="2026-08-31T09:28:38.950" v="667" actId="478"/>
          <ac:spMkLst>
            <pc:docMk/>
            <pc:sldMk cId="0" sldId="256"/>
            <ac:spMk id="10" creationId="{00000000-0000-0000-0000-000000000000}"/>
          </ac:spMkLst>
        </pc:spChg>
        <pc:picChg chg="add del">
          <ac:chgData name="JEISA MATHEW" userId="05ebb031b9311ef8" providerId="LiveId" clId="{0B5BADA0-EADF-41A1-AAFD-3B897C5B0FA5}" dt="2026-08-31T09:28:01.768" v="663" actId="478"/>
          <ac:picMkLst>
            <pc:docMk/>
            <pc:sldMk cId="0" sldId="256"/>
            <ac:picMk id="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4:52.077" v="18" actId="478"/>
          <ac:picMkLst>
            <pc:docMk/>
            <pc:sldMk cId="0" sldId="256"/>
            <ac:picMk id="3" creationId="{00000000-0000-0000-0000-000000000000}"/>
          </ac:picMkLst>
        </pc:picChg>
        <pc:picChg chg="add del mod ord">
          <ac:chgData name="JEISA MATHEW" userId="05ebb031b9311ef8" providerId="LiveId" clId="{0B5BADA0-EADF-41A1-AAFD-3B897C5B0FA5}" dt="2026-08-31T10:30:36.529" v="1001" actId="478"/>
          <ac:picMkLst>
            <pc:docMk/>
            <pc:sldMk cId="0" sldId="256"/>
            <ac:picMk id="3" creationId="{870C264E-037C-E9DC-73B5-F55A75E907AE}"/>
          </ac:picMkLst>
        </pc:picChg>
        <pc:picChg chg="del">
          <ac:chgData name="JEISA MATHEW" userId="05ebb031b9311ef8" providerId="LiveId" clId="{0B5BADA0-EADF-41A1-AAFD-3B897C5B0FA5}" dt="2026-08-30T16:54:40.493" v="14" actId="478"/>
          <ac:picMkLst>
            <pc:docMk/>
            <pc:sldMk cId="0" sldId="256"/>
            <ac:picMk id="5" creationId="{00000000-0000-0000-0000-000000000000}"/>
          </ac:picMkLst>
        </pc:picChg>
        <pc:picChg chg="add del mod ord">
          <ac:chgData name="JEISA MATHEW" userId="05ebb031b9311ef8" providerId="LiveId" clId="{0B5BADA0-EADF-41A1-AAFD-3B897C5B0FA5}" dt="2026-08-31T10:50:12.671" v="1118" actId="478"/>
          <ac:picMkLst>
            <pc:docMk/>
            <pc:sldMk cId="0" sldId="256"/>
            <ac:picMk id="5" creationId="{0FCE4A75-8990-FFE4-C231-7044F8D4DDD4}"/>
          </ac:picMkLst>
        </pc:picChg>
        <pc:picChg chg="del">
          <ac:chgData name="JEISA MATHEW" userId="05ebb031b9311ef8" providerId="LiveId" clId="{0B5BADA0-EADF-41A1-AAFD-3B897C5B0FA5}" dt="2026-08-30T16:53:48.347" v="6" actId="478"/>
          <ac:picMkLst>
            <pc:docMk/>
            <pc:sldMk cId="0" sldId="256"/>
            <ac:picMk id="8" creationId="{00000000-0000-0000-0000-000000000000}"/>
          </ac:picMkLst>
        </pc:picChg>
        <pc:picChg chg="add del mod ord">
          <ac:chgData name="JEISA MATHEW" userId="05ebb031b9311ef8" providerId="LiveId" clId="{0B5BADA0-EADF-41A1-AAFD-3B897C5B0FA5}" dt="2026-08-31T10:48:55.408" v="1108" actId="478"/>
          <ac:picMkLst>
            <pc:docMk/>
            <pc:sldMk cId="0" sldId="256"/>
            <ac:picMk id="8" creationId="{F6CDEA49-D1E0-0B04-3A16-FA11BF5DAF95}"/>
          </ac:picMkLst>
        </pc:picChg>
        <pc:picChg chg="add del mod">
          <ac:chgData name="JEISA MATHEW" userId="05ebb031b9311ef8" providerId="LiveId" clId="{0B5BADA0-EADF-41A1-AAFD-3B897C5B0FA5}" dt="2026-08-31T11:05:58.167" v="1120" actId="478"/>
          <ac:picMkLst>
            <pc:docMk/>
            <pc:sldMk cId="0" sldId="256"/>
            <ac:picMk id="10" creationId="{FBFEFAA8-EF70-7AB4-D4A2-82BBEAA0D5F9}"/>
          </ac:picMkLst>
        </pc:picChg>
        <pc:picChg chg="add mod ord">
          <ac:chgData name="JEISA MATHEW" userId="05ebb031b9311ef8" providerId="LiveId" clId="{0B5BADA0-EADF-41A1-AAFD-3B897C5B0FA5}" dt="2026-08-31T11:11:45.840" v="1135" actId="14100"/>
          <ac:picMkLst>
            <pc:docMk/>
            <pc:sldMk cId="0" sldId="256"/>
            <ac:picMk id="12" creationId="{48B0BB61-F580-040D-FFE5-B044B824C7FD}"/>
          </ac:picMkLst>
        </pc:picChg>
      </pc:sldChg>
      <pc:sldChg chg="addSp delSp modSp mod setBg">
        <pc:chgData name="JEISA MATHEW" userId="05ebb031b9311ef8" providerId="LiveId" clId="{0B5BADA0-EADF-41A1-AAFD-3B897C5B0FA5}" dt="2026-08-31T11:19:07.939" v="1166" actId="1076"/>
        <pc:sldMkLst>
          <pc:docMk/>
          <pc:sldMk cId="0" sldId="257"/>
        </pc:sldMkLst>
        <pc:spChg chg="mod">
          <ac:chgData name="JEISA MATHEW" userId="05ebb031b9311ef8" providerId="LiveId" clId="{0B5BADA0-EADF-41A1-AAFD-3B897C5B0FA5}" dt="2026-08-30T17:06:11.277" v="13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6:57:11.256" v="53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8:35.692" v="73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8:32.472" v="72" actId="478"/>
          <ac:spMkLst>
            <pc:docMk/>
            <pc:sldMk cId="0" sldId="257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59:09.543" v="791" actId="14100"/>
          <ac:spMkLst>
            <pc:docMk/>
            <pc:sldMk cId="0" sldId="257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6:59:39.538" v="81" actId="2057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3:02.852" v="208" actId="20577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3:07.177" v="210" actId="20577"/>
          <ac:spMkLst>
            <pc:docMk/>
            <pc:sldMk cId="0" sldId="257"/>
            <ac:spMk id="14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9:21.286" v="78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4:02.109" v="454" actId="20577"/>
          <ac:spMkLst>
            <pc:docMk/>
            <pc:sldMk cId="0" sldId="257"/>
            <ac:spMk id="19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00:06.950" v="84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9:57.112" v="83" actId="478"/>
          <ac:spMkLst>
            <pc:docMk/>
            <pc:sldMk cId="0" sldId="257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5:21.490" v="124" actId="207"/>
          <ac:spMkLst>
            <pc:docMk/>
            <pc:sldMk cId="0" sldId="257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5:17.460" v="123" actId="207"/>
          <ac:spMkLst>
            <pc:docMk/>
            <pc:sldMk cId="0" sldId="257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4:41.379" v="464" actId="14100"/>
          <ac:spMkLst>
            <pc:docMk/>
            <pc:sldMk cId="0" sldId="257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5:56.783" v="543" actId="20577"/>
          <ac:spMkLst>
            <pc:docMk/>
            <pc:sldMk cId="0" sldId="257"/>
            <ac:spMk id="26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55:12.619" v="528" actId="478"/>
          <ac:spMkLst>
            <pc:docMk/>
            <pc:sldMk cId="0" sldId="257"/>
            <ac:spMk id="2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6:27.115" v="45" actId="478"/>
          <ac:spMkLst>
            <pc:docMk/>
            <pc:sldMk cId="0" sldId="257"/>
            <ac:spMk id="28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6:38.345" v="48" actId="478"/>
          <ac:spMkLst>
            <pc:docMk/>
            <pc:sldMk cId="0" sldId="257"/>
            <ac:spMk id="30" creationId="{00000000-0000-0000-0000-000000000000}"/>
          </ac:spMkLst>
        </pc:spChg>
        <pc:picChg chg="add del mod">
          <ac:chgData name="JEISA MATHEW" userId="05ebb031b9311ef8" providerId="LiveId" clId="{0B5BADA0-EADF-41A1-AAFD-3B897C5B0FA5}" dt="2026-08-31T11:15:38.163" v="1152" actId="478"/>
          <ac:picMkLst>
            <pc:docMk/>
            <pc:sldMk cId="0" sldId="257"/>
            <ac:picMk id="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9:57.940" v="262" actId="478"/>
          <ac:picMkLst>
            <pc:docMk/>
            <pc:sldMk cId="0" sldId="257"/>
            <ac:picMk id="4" creationId="{00000000-0000-0000-0000-000000000000}"/>
          </ac:picMkLst>
        </pc:picChg>
        <pc:picChg chg="add del mod">
          <ac:chgData name="JEISA MATHEW" userId="05ebb031b9311ef8" providerId="LiveId" clId="{0B5BADA0-EADF-41A1-AAFD-3B897C5B0FA5}" dt="2026-08-31T11:15:30.604" v="1150" actId="478"/>
          <ac:picMkLst>
            <pc:docMk/>
            <pc:sldMk cId="0" sldId="257"/>
            <ac:picMk id="7" creationId="{9EAA2BB9-50B6-25D6-33F2-B331EAAFC2EE}"/>
          </ac:picMkLst>
        </pc:picChg>
        <pc:picChg chg="del mod">
          <ac:chgData name="JEISA MATHEW" userId="05ebb031b9311ef8" providerId="LiveId" clId="{0B5BADA0-EADF-41A1-AAFD-3B897C5B0FA5}" dt="2026-08-30T17:19:40.858" v="257" actId="478"/>
          <ac:picMkLst>
            <pc:docMk/>
            <pc:sldMk cId="0" sldId="257"/>
            <ac:picMk id="10" creationId="{00000000-0000-0000-0000-000000000000}"/>
          </ac:picMkLst>
        </pc:picChg>
        <pc:picChg chg="add mod">
          <ac:chgData name="JEISA MATHEW" userId="05ebb031b9311ef8" providerId="LiveId" clId="{0B5BADA0-EADF-41A1-AAFD-3B897C5B0FA5}" dt="2026-08-31T11:19:07.939" v="1166" actId="1076"/>
          <ac:picMkLst>
            <pc:docMk/>
            <pc:sldMk cId="0" sldId="257"/>
            <ac:picMk id="10" creationId="{3A34FBD8-8B81-1E56-F26E-10CF1E033374}"/>
          </ac:picMkLst>
        </pc:picChg>
        <pc:picChg chg="del">
          <ac:chgData name="JEISA MATHEW" userId="05ebb031b9311ef8" providerId="LiveId" clId="{0B5BADA0-EADF-41A1-AAFD-3B897C5B0FA5}" dt="2026-08-30T17:19:47.852" v="259" actId="478"/>
          <ac:picMkLst>
            <pc:docMk/>
            <pc:sldMk cId="0" sldId="257"/>
            <ac:picMk id="16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0T17:04:28.773" v="116" actId="478"/>
          <ac:picMkLst>
            <pc:docMk/>
            <pc:sldMk cId="0" sldId="257"/>
            <ac:picMk id="2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6:29.767" v="46" actId="478"/>
          <ac:picMkLst>
            <pc:docMk/>
            <pc:sldMk cId="0" sldId="257"/>
            <ac:picMk id="29" creationId="{00000000-0000-0000-0000-000000000000}"/>
          </ac:picMkLst>
        </pc:picChg>
        <pc:picChg chg="add del mod ord">
          <ac:chgData name="JEISA MATHEW" userId="05ebb031b9311ef8" providerId="LiveId" clId="{0B5BADA0-EADF-41A1-AAFD-3B897C5B0FA5}" dt="2026-08-30T17:19:49.837" v="260" actId="478"/>
          <ac:picMkLst>
            <pc:docMk/>
            <pc:sldMk cId="0" sldId="257"/>
            <ac:picMk id="31" creationId="{F64E76B3-4D99-0922-C5E3-E633EA166DDE}"/>
          </ac:picMkLst>
        </pc:picChg>
        <pc:picChg chg="add mod ord">
          <ac:chgData name="JEISA MATHEW" userId="05ebb031b9311ef8" providerId="LiveId" clId="{0B5BADA0-EADF-41A1-AAFD-3B897C5B0FA5}" dt="2026-08-31T09:59:44.656" v="795" actId="14861"/>
          <ac:picMkLst>
            <pc:docMk/>
            <pc:sldMk cId="0" sldId="257"/>
            <ac:picMk id="32" creationId="{8D9B0E85-E98B-28D8-9B98-C35C9C5798C5}"/>
          </ac:picMkLst>
        </pc:picChg>
        <pc:picChg chg="add mod ord">
          <ac:chgData name="JEISA MATHEW" userId="05ebb031b9311ef8" providerId="LiveId" clId="{0B5BADA0-EADF-41A1-AAFD-3B897C5B0FA5}" dt="2026-08-31T10:00:04.420" v="799" actId="14861"/>
          <ac:picMkLst>
            <pc:docMk/>
            <pc:sldMk cId="0" sldId="257"/>
            <ac:picMk id="33" creationId="{2BB81A31-293A-14A3-9DFB-383F70C4E187}"/>
          </ac:picMkLst>
        </pc:picChg>
        <pc:picChg chg="add mod ord">
          <ac:chgData name="JEISA MATHEW" userId="05ebb031b9311ef8" providerId="LiveId" clId="{0B5BADA0-EADF-41A1-AAFD-3B897C5B0FA5}" dt="2026-08-31T10:00:01.516" v="798" actId="14861"/>
          <ac:picMkLst>
            <pc:docMk/>
            <pc:sldMk cId="0" sldId="257"/>
            <ac:picMk id="34" creationId="{B74D83A4-F8BF-595E-2DE2-E923B379F16E}"/>
          </ac:picMkLst>
        </pc:picChg>
      </pc:sldChg>
      <pc:sldChg chg="addSp delSp modSp mod setBg">
        <pc:chgData name="JEISA MATHEW" userId="05ebb031b9311ef8" providerId="LiveId" clId="{0B5BADA0-EADF-41A1-AAFD-3B897C5B0FA5}" dt="2026-08-31T11:14:23.116" v="1147" actId="478"/>
        <pc:sldMkLst>
          <pc:docMk/>
          <pc:sldMk cId="0" sldId="258"/>
        </pc:sldMkLst>
        <pc:spChg chg="mod">
          <ac:chgData name="JEISA MATHEW" userId="05ebb031b9311ef8" providerId="LiveId" clId="{0B5BADA0-EADF-41A1-AAFD-3B897C5B0FA5}" dt="2026-08-30T17:12:08.839" v="175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57.973" v="270" actId="207"/>
          <ac:spMkLst>
            <pc:docMk/>
            <pc:sldMk cId="0" sldId="258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7:39.979" v="149" actId="2711"/>
          <ac:spMkLst>
            <pc:docMk/>
            <pc:sldMk cId="0" sldId="258"/>
            <ac:spMk id="16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03:52:21.569" v="635" actId="478"/>
          <ac:spMkLst>
            <pc:docMk/>
            <pc:sldMk cId="0" sldId="258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6:06.080" v="700" actId="207"/>
          <ac:spMkLst>
            <pc:docMk/>
            <pc:sldMk cId="0" sldId="258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5:57.405" v="699" actId="20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6:16.656" v="706" actId="20577"/>
          <ac:spMkLst>
            <pc:docMk/>
            <pc:sldMk cId="0" sldId="258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5:18.377" v="691" actId="207"/>
          <ac:spMkLst>
            <pc:docMk/>
            <pc:sldMk cId="0" sldId="258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5:21.440" v="692" actId="207"/>
          <ac:spMkLst>
            <pc:docMk/>
            <pc:sldMk cId="0" sldId="258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5:10.329" v="689" actId="207"/>
          <ac:spMkLst>
            <pc:docMk/>
            <pc:sldMk cId="0" sldId="258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48:26.978" v="748" actId="14100"/>
          <ac:spMkLst>
            <pc:docMk/>
            <pc:sldMk cId="0" sldId="258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4:50.794" v="685" actId="207"/>
          <ac:spMkLst>
            <pc:docMk/>
            <pc:sldMk cId="0" sldId="258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8.333" v="288" actId="207"/>
          <ac:spMkLst>
            <pc:docMk/>
            <pc:sldMk cId="0" sldId="258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4:55.487" v="686" actId="207"/>
          <ac:spMkLst>
            <pc:docMk/>
            <pc:sldMk cId="0" sldId="258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8.954" v="289" actId="207"/>
          <ac:spMkLst>
            <pc:docMk/>
            <pc:sldMk cId="0" sldId="258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35:00.074" v="687" actId="207"/>
          <ac:spMkLst>
            <pc:docMk/>
            <pc:sldMk cId="0" sldId="258"/>
            <ac:spMk id="44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00:44.223" v="805" actId="1076"/>
          <ac:spMkLst>
            <pc:docMk/>
            <pc:sldMk cId="0" sldId="258"/>
            <ac:spMk id="46" creationId="{00000000-0000-0000-0000-000000000000}"/>
          </ac:spMkLst>
        </pc:spChg>
        <pc:picChg chg="mod ord">
          <ac:chgData name="JEISA MATHEW" userId="05ebb031b9311ef8" providerId="LiveId" clId="{0B5BADA0-EADF-41A1-AAFD-3B897C5B0FA5}" dt="2026-08-31T10:00:56.670" v="807" actId="14861"/>
          <ac:picMkLst>
            <pc:docMk/>
            <pc:sldMk cId="0" sldId="258"/>
            <ac:picMk id="3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0:29.283" v="727" actId="1440"/>
          <ac:picMkLst>
            <pc:docMk/>
            <pc:sldMk cId="0" sldId="258"/>
            <ac:picMk id="6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0:24.043" v="726" actId="1440"/>
          <ac:picMkLst>
            <pc:docMk/>
            <pc:sldMk cId="0" sldId="258"/>
            <ac:picMk id="9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0:17.581" v="725" actId="1440"/>
          <ac:picMkLst>
            <pc:docMk/>
            <pc:sldMk cId="0" sldId="258"/>
            <ac:picMk id="12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1T03:52:24.248" v="636" actId="478"/>
          <ac:picMkLst>
            <pc:docMk/>
            <pc:sldMk cId="0" sldId="258"/>
            <ac:picMk id="15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1T10:00:52.929" v="806" actId="14861"/>
          <ac:picMkLst>
            <pc:docMk/>
            <pc:sldMk cId="0" sldId="258"/>
            <ac:picMk id="15" creationId="{752F01E0-5F19-BCBA-206B-F32698E1ABC1}"/>
          </ac:picMkLst>
        </pc:picChg>
        <pc:picChg chg="add del mod ord">
          <ac:chgData name="JEISA MATHEW" userId="05ebb031b9311ef8" providerId="LiveId" clId="{0B5BADA0-EADF-41A1-AAFD-3B897C5B0FA5}" dt="2026-08-31T11:14:23.116" v="1147" actId="478"/>
          <ac:picMkLst>
            <pc:docMk/>
            <pc:sldMk cId="0" sldId="258"/>
            <ac:picMk id="17" creationId="{C972347E-6E48-B344-0C76-3E7B96CC79D1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18" creationId="{00000000-0000-0000-0000-000000000000}"/>
          </ac:picMkLst>
        </pc:picChg>
        <pc:picChg chg="add del mod">
          <ac:chgData name="JEISA MATHEW" userId="05ebb031b9311ef8" providerId="LiveId" clId="{0B5BADA0-EADF-41A1-AAFD-3B897C5B0FA5}" dt="2026-08-31T09:34:38.189" v="684" actId="478"/>
          <ac:picMkLst>
            <pc:docMk/>
            <pc:sldMk cId="0" sldId="258"/>
            <ac:picMk id="21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3:05.289" v="730" actId="1440"/>
          <ac:picMkLst>
            <pc:docMk/>
            <pc:sldMk cId="0" sldId="258"/>
            <ac:picMk id="2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4:09.243" v="731" actId="1440"/>
          <ac:picMkLst>
            <pc:docMk/>
            <pc:sldMk cId="0" sldId="258"/>
            <ac:picMk id="26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4:15.892" v="732" actId="1440"/>
          <ac:picMkLst>
            <pc:docMk/>
            <pc:sldMk cId="0" sldId="258"/>
            <ac:picMk id="28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4:24.149" v="733" actId="1440"/>
          <ac:picMkLst>
            <pc:docMk/>
            <pc:sldMk cId="0" sldId="258"/>
            <ac:picMk id="30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4:31.281" v="734" actId="1440"/>
          <ac:picMkLst>
            <pc:docMk/>
            <pc:sldMk cId="0" sldId="258"/>
            <ac:picMk id="32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09:44:46.144" v="735" actId="1440"/>
          <ac:picMkLst>
            <pc:docMk/>
            <pc:sldMk cId="0" sldId="258"/>
            <ac:picMk id="3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10:32.650" v="164" actId="1076"/>
          <ac:picMkLst>
            <pc:docMk/>
            <pc:sldMk cId="0" sldId="258"/>
            <ac:picMk id="39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00:40.488" v="804" actId="1076"/>
          <ac:picMkLst>
            <pc:docMk/>
            <pc:sldMk cId="0" sldId="258"/>
            <ac:picMk id="45" creationId="{00000000-0000-0000-0000-000000000000}"/>
          </ac:picMkLst>
        </pc:picChg>
      </pc:sldChg>
      <pc:sldChg chg="addSp delSp modSp mod setBg">
        <pc:chgData name="JEISA MATHEW" userId="05ebb031b9311ef8" providerId="LiveId" clId="{0B5BADA0-EADF-41A1-AAFD-3B897C5B0FA5}" dt="2026-08-31T10:05:51.623" v="838" actId="1076"/>
        <pc:sldMkLst>
          <pc:docMk/>
          <pc:sldMk cId="0" sldId="259"/>
        </pc:sldMkLst>
        <pc:spChg chg="mod">
          <ac:chgData name="JEISA MATHEW" userId="05ebb031b9311ef8" providerId="LiveId" clId="{0B5BADA0-EADF-41A1-AAFD-3B897C5B0FA5}" dt="2026-08-30T17:24:26.597" v="29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4:09.797" v="293" actId="207"/>
          <ac:spMkLst>
            <pc:docMk/>
            <pc:sldMk cId="0" sldId="259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4:06.736" v="292" actId="207"/>
          <ac:spMkLst>
            <pc:docMk/>
            <pc:sldMk cId="0" sldId="259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02:10.352" v="815" actId="14100"/>
          <ac:spMkLst>
            <pc:docMk/>
            <pc:sldMk cId="0" sldId="259"/>
            <ac:spMk id="10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17:47.693" v="248" actId="478"/>
          <ac:spMkLst>
            <pc:docMk/>
            <pc:sldMk cId="0" sldId="259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29.720" v="237" actId="207"/>
          <ac:spMkLst>
            <pc:docMk/>
            <pc:sldMk cId="0" sldId="259"/>
            <ac:spMk id="23" creationId="{00000000-0000-0000-0000-000000000000}"/>
          </ac:spMkLst>
        </pc:spChg>
        <pc:spChg chg="add del">
          <ac:chgData name="JEISA MATHEW" userId="05ebb031b9311ef8" providerId="LiveId" clId="{0B5BADA0-EADF-41A1-AAFD-3B897C5B0FA5}" dt="2026-08-30T17:17:20.732" v="244" actId="478"/>
          <ac:spMkLst>
            <pc:docMk/>
            <pc:sldMk cId="0" sldId="259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22.261" v="253" actId="207"/>
          <ac:spMkLst>
            <pc:docMk/>
            <pc:sldMk cId="0" sldId="259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46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17:56.131" v="249" actId="478"/>
          <ac:picMkLst>
            <pc:docMk/>
            <pc:sldMk cId="0" sldId="259"/>
            <ac:picMk id="3" creationId="{00000000-0000-0000-0000-000000000000}"/>
          </ac:picMkLst>
        </pc:picChg>
        <pc:picChg chg="mod ord">
          <ac:chgData name="JEISA MATHEW" userId="05ebb031b9311ef8" providerId="LiveId" clId="{0B5BADA0-EADF-41A1-AAFD-3B897C5B0FA5}" dt="2026-08-31T10:01:31.350" v="810" actId="14861"/>
          <ac:picMkLst>
            <pc:docMk/>
            <pc:sldMk cId="0" sldId="259"/>
            <ac:picMk id="6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6:50.321" v="239" actId="478"/>
          <ac:picMkLst>
            <pc:docMk/>
            <pc:sldMk cId="0" sldId="259"/>
            <ac:picMk id="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42.954" v="247" actId="478"/>
          <ac:picMkLst>
            <pc:docMk/>
            <pc:sldMk cId="0" sldId="259"/>
            <ac:picMk id="1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06.859" v="242" actId="478"/>
          <ac:picMkLst>
            <pc:docMk/>
            <pc:sldMk cId="0" sldId="259"/>
            <ac:picMk id="22" creationId="{00000000-0000-0000-0000-000000000000}"/>
          </ac:picMkLst>
        </pc:picChg>
        <pc:picChg chg="mod ord">
          <ac:chgData name="JEISA MATHEW" userId="05ebb031b9311ef8" providerId="LiveId" clId="{0B5BADA0-EADF-41A1-AAFD-3B897C5B0FA5}" dt="2026-08-31T10:02:18.190" v="816" actId="14100"/>
          <ac:picMkLst>
            <pc:docMk/>
            <pc:sldMk cId="0" sldId="259"/>
            <ac:picMk id="2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26.426" v="245" actId="478"/>
          <ac:picMkLst>
            <pc:docMk/>
            <pc:sldMk cId="0" sldId="259"/>
            <ac:picMk id="25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05:43.630" v="837" actId="14100"/>
          <ac:picMkLst>
            <pc:docMk/>
            <pc:sldMk cId="0" sldId="259"/>
            <ac:picMk id="2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05:01.229" v="833" actId="478"/>
          <ac:picMkLst>
            <pc:docMk/>
            <pc:sldMk cId="0" sldId="259"/>
            <ac:picMk id="29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05:51.623" v="838" actId="1076"/>
          <ac:picMkLst>
            <pc:docMk/>
            <pc:sldMk cId="0" sldId="259"/>
            <ac:picMk id="30" creationId="{00000000-0000-0000-0000-000000000000}"/>
          </ac:picMkLst>
        </pc:picChg>
      </pc:sldChg>
      <pc:sldChg chg="addSp delSp modSp mod setBg">
        <pc:chgData name="JEISA MATHEW" userId="05ebb031b9311ef8" providerId="LiveId" clId="{0B5BADA0-EADF-41A1-AAFD-3B897C5B0FA5}" dt="2026-08-31T10:04:42.359" v="832" actId="1076"/>
        <pc:sldMkLst>
          <pc:docMk/>
          <pc:sldMk cId="0" sldId="260"/>
        </pc:sldMkLst>
        <pc:spChg chg="mod">
          <ac:chgData name="JEISA MATHEW" userId="05ebb031b9311ef8" providerId="LiveId" clId="{0B5BADA0-EADF-41A1-AAFD-3B897C5B0FA5}" dt="2026-08-30T18:04:29.706" v="633" actId="14100"/>
          <ac:spMkLst>
            <pc:docMk/>
            <pc:sldMk cId="0" sldId="260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24.189" v="300" actId="207"/>
          <ac:spMkLst>
            <pc:docMk/>
            <pc:sldMk cId="0" sldId="260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17.977" v="299" actId="207"/>
          <ac:spMkLst>
            <pc:docMk/>
            <pc:sldMk cId="0" sldId="260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33.541" v="302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29.774" v="301" actId="207"/>
          <ac:spMkLst>
            <pc:docMk/>
            <pc:sldMk cId="0" sldId="260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37.970" v="303" actId="207"/>
          <ac:spMkLst>
            <pc:docMk/>
            <pc:sldMk cId="0" sldId="260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41.053" v="304" actId="20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59.399" v="307" actId="20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07.488" v="308" actId="20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16.531" v="309" actId="20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0.134" v="310" actId="20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3.293" v="311" actId="207"/>
          <ac:spMkLst>
            <pc:docMk/>
            <pc:sldMk cId="0" sldId="260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6.276" v="312" actId="20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9.973" v="313" actId="207"/>
          <ac:spMkLst>
            <pc:docMk/>
            <pc:sldMk cId="0" sldId="260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46.388" v="316" actId="207"/>
          <ac:spMkLst>
            <pc:docMk/>
            <pc:sldMk cId="0" sldId="260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04:42.359" v="832" actId="1076"/>
          <ac:spMkLst>
            <pc:docMk/>
            <pc:sldMk cId="0" sldId="260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04:42.359" v="832" actId="1076"/>
          <ac:spMkLst>
            <pc:docMk/>
            <pc:sldMk cId="0" sldId="260"/>
            <ac:spMk id="35" creationId="{00000000-0000-0000-0000-000000000000}"/>
          </ac:spMkLst>
        </pc:spChg>
        <pc:picChg chg="mod">
          <ac:chgData name="JEISA MATHEW" userId="05ebb031b9311ef8" providerId="LiveId" clId="{0B5BADA0-EADF-41A1-AAFD-3B897C5B0FA5}" dt="2026-08-31T10:03:04.239" v="821" actId="14861"/>
          <ac:picMkLst>
            <pc:docMk/>
            <pc:sldMk cId="0" sldId="260"/>
            <ac:picMk id="6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1T09:56:52.192" v="781" actId="478"/>
          <ac:picMkLst>
            <pc:docMk/>
            <pc:sldMk cId="0" sldId="260"/>
            <ac:picMk id="1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04:19.823" v="830" actId="14100"/>
          <ac:picMkLst>
            <pc:docMk/>
            <pc:sldMk cId="0" sldId="260"/>
            <ac:picMk id="3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03:25.398" v="824" actId="478"/>
          <ac:picMkLst>
            <pc:docMk/>
            <pc:sldMk cId="0" sldId="260"/>
            <ac:picMk id="32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04:42.359" v="832" actId="1076"/>
          <ac:picMkLst>
            <pc:docMk/>
            <pc:sldMk cId="0" sldId="260"/>
            <ac:picMk id="33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1T10:03:11.262" v="823" actId="14100"/>
          <ac:picMkLst>
            <pc:docMk/>
            <pc:sldMk cId="0" sldId="260"/>
            <ac:picMk id="36" creationId="{A676810D-BC2D-1010-68CA-3706A5B37C40}"/>
          </ac:picMkLst>
        </pc:picChg>
      </pc:sldChg>
      <pc:sldChg chg="addSp delSp modSp mod setBg">
        <pc:chgData name="JEISA MATHEW" userId="05ebb031b9311ef8" providerId="LiveId" clId="{0B5BADA0-EADF-41A1-AAFD-3B897C5B0FA5}" dt="2026-08-31T09:41:03.307" v="728"/>
        <pc:sldMkLst>
          <pc:docMk/>
          <pc:sldMk cId="0" sldId="261"/>
        </pc:sldMkLst>
        <pc:spChg chg="mod">
          <ac:chgData name="JEISA MATHEW" userId="05ebb031b9311ef8" providerId="LiveId" clId="{0B5BADA0-EADF-41A1-AAFD-3B897C5B0FA5}" dt="2026-08-30T17:28:22.710" v="321" actId="20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26.665" v="322" actId="20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7:37.645" v="318" actId="207"/>
          <ac:spMkLst>
            <pc:docMk/>
            <pc:sldMk cId="0" sldId="261"/>
            <ac:spMk id="5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6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70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29:14.685" v="327" actId="478"/>
          <ac:picMkLst>
            <pc:docMk/>
            <pc:sldMk cId="0" sldId="261"/>
            <ac:picMk id="49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29:38.627" v="331" actId="167"/>
          <ac:picMkLst>
            <pc:docMk/>
            <pc:sldMk cId="0" sldId="261"/>
            <ac:picMk id="74" creationId="{4F3CFD02-1DE0-9264-04E4-2DF0E1937ADC}"/>
          </ac:picMkLst>
        </pc:picChg>
      </pc:sldChg>
      <pc:sldChg chg="addSp delSp modSp mod setBg">
        <pc:chgData name="JEISA MATHEW" userId="05ebb031b9311ef8" providerId="LiveId" clId="{0B5BADA0-EADF-41A1-AAFD-3B897C5B0FA5}" dt="2026-08-31T10:14:54.488" v="897" actId="207"/>
        <pc:sldMkLst>
          <pc:docMk/>
          <pc:sldMk cId="0" sldId="262"/>
        </pc:sldMkLst>
        <pc:spChg chg="mod">
          <ac:chgData name="JEISA MATHEW" userId="05ebb031b9311ef8" providerId="LiveId" clId="{0B5BADA0-EADF-41A1-AAFD-3B897C5B0FA5}" dt="2026-08-30T17:35:47.321" v="378" actId="20577"/>
          <ac:spMkLst>
            <pc:docMk/>
            <pc:sldMk cId="0" sldId="262"/>
            <ac:spMk id="2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03:51:42.378" v="634" actId="478"/>
          <ac:spMkLst>
            <pc:docMk/>
            <pc:sldMk cId="0" sldId="262"/>
            <ac:spMk id="3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10:11:01.768" v="875" actId="478"/>
          <ac:spMkLst>
            <pc:docMk/>
            <pc:sldMk cId="0" sldId="262"/>
            <ac:spMk id="5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10:08:15.476" v="853" actId="478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9" creationId="{00000000-0000-0000-0000-000000000000}"/>
          </ac:spMkLst>
        </pc:spChg>
        <pc:spChg chg="del">
          <ac:chgData name="JEISA MATHEW" userId="05ebb031b9311ef8" providerId="LiveId" clId="{0B5BADA0-EADF-41A1-AAFD-3B897C5B0FA5}" dt="2026-08-31T10:09:50.461" v="866" actId="478"/>
          <ac:spMkLst>
            <pc:docMk/>
            <pc:sldMk cId="0" sldId="262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JEISA MATHEW" userId="05ebb031b9311ef8" providerId="LiveId" clId="{0B5BADA0-EADF-41A1-AAFD-3B897C5B0FA5}" dt="2026-08-31T10:09:37.686" v="863" actId="478"/>
          <ac:spMkLst>
            <pc:docMk/>
            <pc:sldMk cId="0" sldId="262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2:52.627" v="352" actId="14100"/>
          <ac:spMkLst>
            <pc:docMk/>
            <pc:sldMk cId="0" sldId="262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35" creationId="{00000000-0000-0000-0000-000000000000}"/>
          </ac:spMkLst>
        </pc:spChg>
        <pc:picChg chg="add mod ord">
          <ac:chgData name="JEISA MATHEW" userId="05ebb031b9311ef8" providerId="LiveId" clId="{0B5BADA0-EADF-41A1-AAFD-3B897C5B0FA5}" dt="2026-08-31T10:08:33.126" v="854" actId="1076"/>
          <ac:picMkLst>
            <pc:docMk/>
            <pc:sldMk cId="0" sldId="262"/>
            <ac:picMk id="3" creationId="{C4BB4750-E914-1210-003C-2E5C800ECFCF}"/>
          </ac:picMkLst>
        </pc:picChg>
        <pc:picChg chg="mod">
          <ac:chgData name="JEISA MATHEW" userId="05ebb031b9311ef8" providerId="LiveId" clId="{0B5BADA0-EADF-41A1-AAFD-3B897C5B0FA5}" dt="2026-08-31T10:13:17.461" v="890" actId="1076"/>
          <ac:picMkLst>
            <pc:docMk/>
            <pc:sldMk cId="0" sldId="262"/>
            <ac:picMk id="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11:00.026" v="874" actId="478"/>
          <ac:picMkLst>
            <pc:docMk/>
            <pc:sldMk cId="0" sldId="262"/>
            <ac:picMk id="6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06:23.650" v="839" actId="478"/>
          <ac:picMkLst>
            <pc:docMk/>
            <pc:sldMk cId="0" sldId="262"/>
            <ac:picMk id="12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1T10:07:31.080" v="844" actId="478"/>
          <ac:picMkLst>
            <pc:docMk/>
            <pc:sldMk cId="0" sldId="262"/>
            <ac:picMk id="1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08:48.656" v="856" actId="478"/>
          <ac:picMkLst>
            <pc:docMk/>
            <pc:sldMk cId="0" sldId="262"/>
            <ac:picMk id="20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09:48.731" v="865" actId="478"/>
          <ac:picMkLst>
            <pc:docMk/>
            <pc:sldMk cId="0" sldId="262"/>
            <ac:picMk id="2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29:50.037" v="332" actId="478"/>
          <ac:picMkLst>
            <pc:docMk/>
            <pc:sldMk cId="0" sldId="262"/>
            <ac:picMk id="28" creationId="{00000000-0000-0000-0000-000000000000}"/>
          </ac:picMkLst>
        </pc:picChg>
        <pc:picChg chg="del mod ord">
          <ac:chgData name="JEISA MATHEW" userId="05ebb031b9311ef8" providerId="LiveId" clId="{0B5BADA0-EADF-41A1-AAFD-3B897C5B0FA5}" dt="2026-08-30T17:32:14.229" v="347" actId="478"/>
          <ac:picMkLst>
            <pc:docMk/>
            <pc:sldMk cId="0" sldId="262"/>
            <ac:picMk id="30" creationId="{00000000-0000-0000-0000-000000000000}"/>
          </ac:picMkLst>
        </pc:picChg>
        <pc:picChg chg="add mod">
          <ac:chgData name="JEISA MATHEW" userId="05ebb031b9311ef8" providerId="LiveId" clId="{0B5BADA0-EADF-41A1-AAFD-3B897C5B0FA5}" dt="2026-08-31T10:09:26.750" v="861" actId="207"/>
          <ac:picMkLst>
            <pc:docMk/>
            <pc:sldMk cId="0" sldId="262"/>
            <ac:picMk id="30" creationId="{08223601-3750-AD3E-CBD3-EDCD8043F1D7}"/>
          </ac:picMkLst>
        </pc:picChg>
        <pc:picChg chg="add mod ord">
          <ac:chgData name="JEISA MATHEW" userId="05ebb031b9311ef8" providerId="LiveId" clId="{0B5BADA0-EADF-41A1-AAFD-3B897C5B0FA5}" dt="2026-08-30T17:30:05.650" v="336" actId="167"/>
          <ac:picMkLst>
            <pc:docMk/>
            <pc:sldMk cId="0" sldId="262"/>
            <ac:picMk id="36" creationId="{0BCFC1B7-6343-7169-92CE-F5F9ACA22144}"/>
          </ac:picMkLst>
        </pc:picChg>
        <pc:picChg chg="add mod ord">
          <ac:chgData name="JEISA MATHEW" userId="05ebb031b9311ef8" providerId="LiveId" clId="{0B5BADA0-EADF-41A1-AAFD-3B897C5B0FA5}" dt="2026-08-31T10:09:03.645" v="859" actId="167"/>
          <ac:picMkLst>
            <pc:docMk/>
            <pc:sldMk cId="0" sldId="262"/>
            <ac:picMk id="37" creationId="{976E64DE-F697-B728-D0B3-BCFA164C15DC}"/>
          </ac:picMkLst>
        </pc:picChg>
        <pc:picChg chg="add mod">
          <ac:chgData name="JEISA MATHEW" userId="05ebb031b9311ef8" providerId="LiveId" clId="{0B5BADA0-EADF-41A1-AAFD-3B897C5B0FA5}" dt="2026-08-31T10:09:43.432" v="864" actId="1076"/>
          <ac:picMkLst>
            <pc:docMk/>
            <pc:sldMk cId="0" sldId="262"/>
            <ac:picMk id="38" creationId="{1E6073E5-7968-33A5-A02E-24BD06F7A764}"/>
          </ac:picMkLst>
        </pc:picChg>
        <pc:picChg chg="add mod">
          <ac:chgData name="JEISA MATHEW" userId="05ebb031b9311ef8" providerId="LiveId" clId="{0B5BADA0-EADF-41A1-AAFD-3B897C5B0FA5}" dt="2026-08-30T17:33:36.955" v="360" actId="14100"/>
          <ac:picMkLst>
            <pc:docMk/>
            <pc:sldMk cId="0" sldId="262"/>
            <ac:picMk id="39" creationId="{A71354E8-A549-4579-6EFA-E0B2FDD99BF0}"/>
          </ac:picMkLst>
        </pc:picChg>
        <pc:picChg chg="add mod">
          <ac:chgData name="JEISA MATHEW" userId="05ebb031b9311ef8" providerId="LiveId" clId="{0B5BADA0-EADF-41A1-AAFD-3B897C5B0FA5}" dt="2026-08-31T10:10:56.008" v="873" actId="207"/>
          <ac:picMkLst>
            <pc:docMk/>
            <pc:sldMk cId="0" sldId="262"/>
            <ac:picMk id="41" creationId="{64C71BB6-482B-85D7-2982-C7C28A613CDA}"/>
          </ac:picMkLst>
        </pc:picChg>
        <pc:picChg chg="add mod">
          <ac:chgData name="JEISA MATHEW" userId="05ebb031b9311ef8" providerId="LiveId" clId="{0B5BADA0-EADF-41A1-AAFD-3B897C5B0FA5}" dt="2026-08-31T10:14:54.488" v="897" actId="207"/>
          <ac:picMkLst>
            <pc:docMk/>
            <pc:sldMk cId="0" sldId="262"/>
            <ac:picMk id="43" creationId="{9743DF8C-1F5D-E696-EE9A-0390DC66B112}"/>
          </ac:picMkLst>
        </pc:picChg>
      </pc:sldChg>
      <pc:sldChg chg="addSp delSp modSp mod setBg">
        <pc:chgData name="JEISA MATHEW" userId="05ebb031b9311ef8" providerId="LiveId" clId="{0B5BADA0-EADF-41A1-AAFD-3B897C5B0FA5}" dt="2026-08-31T10:18:35.242" v="925" actId="207"/>
        <pc:sldMkLst>
          <pc:docMk/>
          <pc:sldMk cId="0" sldId="263"/>
        </pc:sldMkLst>
        <pc:spChg chg="del mod">
          <ac:chgData name="JEISA MATHEW" userId="05ebb031b9311ef8" providerId="LiveId" clId="{0B5BADA0-EADF-41A1-AAFD-3B897C5B0FA5}" dt="2026-08-30T17:36:13.680" v="382" actId="478"/>
          <ac:spMkLst>
            <pc:docMk/>
            <pc:sldMk cId="0" sldId="263"/>
            <ac:spMk id="3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36:17.599" v="383" actId="478"/>
          <ac:spMkLst>
            <pc:docMk/>
            <pc:sldMk cId="0" sldId="263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00.754" v="399" actId="20577"/>
          <ac:spMkLst>
            <pc:docMk/>
            <pc:sldMk cId="0" sldId="263"/>
            <ac:spMk id="5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10:17:01.217" v="913" actId="478"/>
          <ac:spMkLst>
            <pc:docMk/>
            <pc:sldMk cId="0" sldId="263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35.460" v="367" actId="14100"/>
          <ac:spMkLst>
            <pc:docMk/>
            <pc:sldMk cId="0" sldId="263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39.514" v="369" actId="14100"/>
          <ac:spMkLst>
            <pc:docMk/>
            <pc:sldMk cId="0" sldId="263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49.587" v="370" actId="1076"/>
          <ac:spMkLst>
            <pc:docMk/>
            <pc:sldMk cId="0" sldId="263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13.770" v="373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18.867" v="374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22.796" v="375" actId="1076"/>
          <ac:spMkLst>
            <pc:docMk/>
            <pc:sldMk cId="0" sldId="263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28.242" v="376" actId="1076"/>
          <ac:spMkLst>
            <pc:docMk/>
            <pc:sldMk cId="0" sldId="263"/>
            <ac:spMk id="35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36:09.267" v="380" actId="478"/>
          <ac:picMkLst>
            <pc:docMk/>
            <pc:sldMk cId="0" sldId="263"/>
            <ac:picMk id="2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1T10:15:27.978" v="903" actId="167"/>
          <ac:picMkLst>
            <pc:docMk/>
            <pc:sldMk cId="0" sldId="263"/>
            <ac:picMk id="2" creationId="{536C388E-D9EC-B6D0-A8C9-36E4B71C1C6E}"/>
          </ac:picMkLst>
        </pc:picChg>
        <pc:picChg chg="add mod ord">
          <ac:chgData name="JEISA MATHEW" userId="05ebb031b9311ef8" providerId="LiveId" clId="{0B5BADA0-EADF-41A1-AAFD-3B897C5B0FA5}" dt="2026-08-31T10:16:04.399" v="909" actId="167"/>
          <ac:picMkLst>
            <pc:docMk/>
            <pc:sldMk cId="0" sldId="263"/>
            <ac:picMk id="3" creationId="{7C283142-79B8-5262-BB2D-9BD96E1AEE72}"/>
          </ac:picMkLst>
        </pc:picChg>
        <pc:picChg chg="mod">
          <ac:chgData name="JEISA MATHEW" userId="05ebb031b9311ef8" providerId="LiveId" clId="{0B5BADA0-EADF-41A1-AAFD-3B897C5B0FA5}" dt="2026-08-31T10:18:15.653" v="923" actId="1076"/>
          <ac:picMkLst>
            <pc:docMk/>
            <pc:sldMk cId="0" sldId="263"/>
            <ac:picMk id="6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16:22.150" v="910" actId="478"/>
          <ac:picMkLst>
            <pc:docMk/>
            <pc:sldMk cId="0" sldId="263"/>
            <ac:picMk id="7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1T10:15:05.102" v="898" actId="478"/>
          <ac:picMkLst>
            <pc:docMk/>
            <pc:sldMk cId="0" sldId="263"/>
            <ac:picMk id="1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15:38.118" v="904" actId="478"/>
          <ac:picMkLst>
            <pc:docMk/>
            <pc:sldMk cId="0" sldId="263"/>
            <ac:picMk id="28" creationId="{00000000-0000-0000-0000-000000000000}"/>
          </ac:picMkLst>
        </pc:picChg>
        <pc:picChg chg="add mod">
          <ac:chgData name="JEISA MATHEW" userId="05ebb031b9311ef8" providerId="LiveId" clId="{0B5BADA0-EADF-41A1-AAFD-3B897C5B0FA5}" dt="2026-08-31T10:18:35.242" v="925" actId="207"/>
          <ac:picMkLst>
            <pc:docMk/>
            <pc:sldMk cId="0" sldId="263"/>
            <ac:picMk id="37" creationId="{3469064F-0D66-2FB3-0A17-0DED281B064A}"/>
          </ac:picMkLst>
        </pc:picChg>
      </pc:sldChg>
      <pc:sldChg chg="addSp delSp modSp mod setBg">
        <pc:chgData name="JEISA MATHEW" userId="05ebb031b9311ef8" providerId="LiveId" clId="{0B5BADA0-EADF-41A1-AAFD-3B897C5B0FA5}" dt="2026-08-31T10:43:46.669" v="1073" actId="14100"/>
        <pc:sldMkLst>
          <pc:docMk/>
          <pc:sldMk cId="0" sldId="264"/>
        </pc:sldMkLst>
        <pc:spChg chg="mod">
          <ac:chgData name="JEISA MATHEW" userId="05ebb031b9311ef8" providerId="LiveId" clId="{0B5BADA0-EADF-41A1-AAFD-3B897C5B0FA5}" dt="2026-08-30T17:41:46.334" v="428" actId="20577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39:51.172" v="413" actId="478"/>
          <ac:spMkLst>
            <pc:docMk/>
            <pc:sldMk cId="0" sldId="264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3:40.670" v="1072" actId="1076"/>
          <ac:spMkLst>
            <pc:docMk/>
            <pc:sldMk cId="0" sldId="264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3:40.670" v="1072" actId="1076"/>
          <ac:spMkLst>
            <pc:docMk/>
            <pc:sldMk cId="0" sldId="264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3:40.670" v="1072" actId="1076"/>
          <ac:spMkLst>
            <pc:docMk/>
            <pc:sldMk cId="0" sldId="264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3:40.670" v="1072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3:40.670" v="1072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3:40.670" v="1072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3:40.670" v="1072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1:37.847" v="953" actId="14100"/>
          <ac:spMkLst>
            <pc:docMk/>
            <pc:sldMk cId="0" sldId="264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14.894" v="418" actId="207"/>
          <ac:spMkLst>
            <pc:docMk/>
            <pc:sldMk cId="0" sldId="264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44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4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44.014" v="404" actId="207"/>
          <ac:spMkLst>
            <pc:docMk/>
            <pc:sldMk cId="0" sldId="264"/>
            <ac:spMk id="4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49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49.808" v="1067" actId="1076"/>
          <ac:spMkLst>
            <pc:docMk/>
            <pc:sldMk cId="0" sldId="264"/>
            <ac:spMk id="50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2:59.349" v="1069" actId="14100"/>
          <ac:spMkLst>
            <pc:docMk/>
            <pc:sldMk cId="0" sldId="264"/>
            <ac:spMk id="52" creationId="{00000000-0000-0000-0000-000000000000}"/>
          </ac:spMkLst>
        </pc:spChg>
        <pc:picChg chg="add del mod ord">
          <ac:chgData name="JEISA MATHEW" userId="05ebb031b9311ef8" providerId="LiveId" clId="{0B5BADA0-EADF-41A1-AAFD-3B897C5B0FA5}" dt="2026-08-31T10:23:41.950" v="967" actId="478"/>
          <ac:picMkLst>
            <pc:docMk/>
            <pc:sldMk cId="0" sldId="264"/>
            <ac:picMk id="3" creationId="{C6FA8B5D-B334-A5FB-D6CE-963C7A9BA6E0}"/>
          </ac:picMkLst>
        </pc:picChg>
        <pc:picChg chg="del mod">
          <ac:chgData name="JEISA MATHEW" userId="05ebb031b9311ef8" providerId="LiveId" clId="{0B5BADA0-EADF-41A1-AAFD-3B897C5B0FA5}" dt="2026-08-31T10:40:10.330" v="1038" actId="478"/>
          <ac:picMkLst>
            <pc:docMk/>
            <pc:sldMk cId="0" sldId="264"/>
            <ac:picMk id="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27:06.310" v="992" actId="14100"/>
          <ac:picMkLst>
            <pc:docMk/>
            <pc:sldMk cId="0" sldId="264"/>
            <ac:picMk id="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18:45.173" v="926" actId="478"/>
          <ac:picMkLst>
            <pc:docMk/>
            <pc:sldMk cId="0" sldId="264"/>
            <ac:picMk id="16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24:02.863" v="968" actId="1076"/>
          <ac:picMkLst>
            <pc:docMk/>
            <pc:sldMk cId="0" sldId="264"/>
            <ac:picMk id="17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43:40.670" v="1072" actId="1076"/>
          <ac:picMkLst>
            <pc:docMk/>
            <pc:sldMk cId="0" sldId="264"/>
            <ac:picMk id="20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24:02.863" v="968" actId="1076"/>
          <ac:picMkLst>
            <pc:docMk/>
            <pc:sldMk cId="0" sldId="264"/>
            <ac:picMk id="22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43:40.670" v="1072" actId="1076"/>
          <ac:picMkLst>
            <pc:docMk/>
            <pc:sldMk cId="0" sldId="264"/>
            <ac:picMk id="25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18:47.534" v="927" actId="478"/>
          <ac:picMkLst>
            <pc:docMk/>
            <pc:sldMk cId="0" sldId="264"/>
            <ac:picMk id="2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21:31.352" v="952" actId="478"/>
          <ac:picMkLst>
            <pc:docMk/>
            <pc:sldMk cId="0" sldId="264"/>
            <ac:picMk id="3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18:50.224" v="928" actId="478"/>
          <ac:picMkLst>
            <pc:docMk/>
            <pc:sldMk cId="0" sldId="264"/>
            <ac:picMk id="37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26:50.974" v="991" actId="1076"/>
          <ac:picMkLst>
            <pc:docMk/>
            <pc:sldMk cId="0" sldId="264"/>
            <ac:picMk id="39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26:50.974" v="991" actId="1076"/>
          <ac:picMkLst>
            <pc:docMk/>
            <pc:sldMk cId="0" sldId="264"/>
            <ac:picMk id="42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26:50.974" v="991" actId="1076"/>
          <ac:picMkLst>
            <pc:docMk/>
            <pc:sldMk cId="0" sldId="264"/>
            <ac:picMk id="45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26:50.974" v="991" actId="1076"/>
          <ac:picMkLst>
            <pc:docMk/>
            <pc:sldMk cId="0" sldId="264"/>
            <ac:picMk id="48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43:07.181" v="1071" actId="14100"/>
          <ac:picMkLst>
            <pc:docMk/>
            <pc:sldMk cId="0" sldId="264"/>
            <ac:picMk id="51" creationId="{00000000-0000-0000-0000-000000000000}"/>
          </ac:picMkLst>
        </pc:picChg>
        <pc:picChg chg="add del mod ord">
          <ac:chgData name="JEISA MATHEW" userId="05ebb031b9311ef8" providerId="LiveId" clId="{0B5BADA0-EADF-41A1-AAFD-3B897C5B0FA5}" dt="2026-08-31T10:40:12.476" v="1039" actId="478"/>
          <ac:picMkLst>
            <pc:docMk/>
            <pc:sldMk cId="0" sldId="264"/>
            <ac:picMk id="53" creationId="{3B94A3C2-B7C2-7795-784B-6A6C17C4A2B4}"/>
          </ac:picMkLst>
        </pc:picChg>
        <pc:picChg chg="add del mod ord">
          <ac:chgData name="JEISA MATHEW" userId="05ebb031b9311ef8" providerId="LiveId" clId="{0B5BADA0-EADF-41A1-AAFD-3B897C5B0FA5}" dt="2026-08-31T10:24:46.420" v="974" actId="478"/>
          <ac:picMkLst>
            <pc:docMk/>
            <pc:sldMk cId="0" sldId="264"/>
            <ac:picMk id="54" creationId="{E444586E-A20C-ABA1-08B4-0CA12D615B33}"/>
          </ac:picMkLst>
        </pc:picChg>
        <pc:picChg chg="add mod ord">
          <ac:chgData name="JEISA MATHEW" userId="05ebb031b9311ef8" providerId="LiveId" clId="{0B5BADA0-EADF-41A1-AAFD-3B897C5B0FA5}" dt="2026-08-31T10:41:29.393" v="1058" actId="14100"/>
          <ac:picMkLst>
            <pc:docMk/>
            <pc:sldMk cId="0" sldId="264"/>
            <ac:picMk id="55" creationId="{0FA48A51-AC75-AA2A-ABDC-DFDB6156B0C6}"/>
          </ac:picMkLst>
        </pc:picChg>
        <pc:picChg chg="add mod ord">
          <ac:chgData name="JEISA MATHEW" userId="05ebb031b9311ef8" providerId="LiveId" clId="{0B5BADA0-EADF-41A1-AAFD-3B897C5B0FA5}" dt="2026-08-31T10:41:04.985" v="1052" actId="167"/>
          <ac:picMkLst>
            <pc:docMk/>
            <pc:sldMk cId="0" sldId="264"/>
            <ac:picMk id="56" creationId="{E8FA26CC-30EF-5DD9-B70D-15EEE6E0891A}"/>
          </ac:picMkLst>
        </pc:picChg>
        <pc:picChg chg="add mod ord">
          <ac:chgData name="JEISA MATHEW" userId="05ebb031b9311ef8" providerId="LiveId" clId="{0B5BADA0-EADF-41A1-AAFD-3B897C5B0FA5}" dt="2026-08-31T10:42:55.069" v="1068" actId="14100"/>
          <ac:picMkLst>
            <pc:docMk/>
            <pc:sldMk cId="0" sldId="264"/>
            <ac:picMk id="57" creationId="{B1B51E85-3537-8E50-66A8-74D7C3584A50}"/>
          </ac:picMkLst>
        </pc:picChg>
        <pc:picChg chg="add mod ord">
          <ac:chgData name="JEISA MATHEW" userId="05ebb031b9311ef8" providerId="LiveId" clId="{0B5BADA0-EADF-41A1-AAFD-3B897C5B0FA5}" dt="2026-08-31T10:43:46.669" v="1073" actId="14100"/>
          <ac:picMkLst>
            <pc:docMk/>
            <pc:sldMk cId="0" sldId="264"/>
            <ac:picMk id="58" creationId="{8AC774EA-2767-CF2A-FEB3-52346511B659}"/>
          </ac:picMkLst>
        </pc:picChg>
      </pc:sldChg>
      <pc:sldChg chg="addSp delSp modSp mod setBg">
        <pc:chgData name="JEISA MATHEW" userId="05ebb031b9311ef8" providerId="LiveId" clId="{0B5BADA0-EADF-41A1-AAFD-3B897C5B0FA5}" dt="2026-08-31T10:39:37.046" v="1035" actId="1076"/>
        <pc:sldMkLst>
          <pc:docMk/>
          <pc:sldMk cId="0" sldId="265"/>
        </pc:sldMkLst>
        <pc:spChg chg="mod">
          <ac:chgData name="JEISA MATHEW" userId="05ebb031b9311ef8" providerId="LiveId" clId="{0B5BADA0-EADF-41A1-AAFD-3B897C5B0FA5}" dt="2026-08-30T17:41:51.772" v="430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3:03.988" v="964" actId="207"/>
          <ac:spMkLst>
            <pc:docMk/>
            <pc:sldMk cId="0" sldId="265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20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3:17.480" v="965" actId="207"/>
          <ac:spMkLst>
            <pc:docMk/>
            <pc:sldMk cId="0" sldId="265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1.535" v="424" actId="207"/>
          <ac:spMkLst>
            <pc:docMk/>
            <pc:sldMk cId="0" sldId="265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08.318" v="423" actId="207"/>
          <ac:spMkLst>
            <pc:docMk/>
            <pc:sldMk cId="0" sldId="265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4.301" v="425" actId="207"/>
          <ac:spMkLst>
            <pc:docMk/>
            <pc:sldMk cId="0" sldId="265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2:11.243" v="957" actId="207"/>
          <ac:spMkLst>
            <pc:docMk/>
            <pc:sldMk cId="0" sldId="265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23:25.647" v="966" actId="207"/>
          <ac:spMkLst>
            <pc:docMk/>
            <pc:sldMk cId="0" sldId="265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6" creationId="{00000000-0000-0000-0000-000000000000}"/>
          </ac:spMkLst>
        </pc:spChg>
        <pc:picChg chg="del mod">
          <ac:chgData name="JEISA MATHEW" userId="05ebb031b9311ef8" providerId="LiveId" clId="{0B5BADA0-EADF-41A1-AAFD-3B897C5B0FA5}" dt="2026-08-31T10:37:05.101" v="1005" actId="478"/>
          <ac:picMkLst>
            <pc:docMk/>
            <pc:sldMk cId="0" sldId="265"/>
            <ac:picMk id="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21:48.687" v="954" actId="478"/>
          <ac:picMkLst>
            <pc:docMk/>
            <pc:sldMk cId="0" sldId="265"/>
            <ac:picMk id="1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22:21.097" v="959" actId="478"/>
          <ac:picMkLst>
            <pc:docMk/>
            <pc:sldMk cId="0" sldId="265"/>
            <ac:picMk id="2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22:17.766" v="958" actId="478"/>
          <ac:picMkLst>
            <pc:docMk/>
            <pc:sldMk cId="0" sldId="265"/>
            <ac:picMk id="2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22:29.957" v="960" actId="478"/>
          <ac:picMkLst>
            <pc:docMk/>
            <pc:sldMk cId="0" sldId="265"/>
            <ac:picMk id="37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21:50.865" v="955" actId="478"/>
          <ac:picMkLst>
            <pc:docMk/>
            <pc:sldMk cId="0" sldId="265"/>
            <ac:picMk id="45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1T10:37:33.437" v="1010" actId="167"/>
          <ac:picMkLst>
            <pc:docMk/>
            <pc:sldMk cId="0" sldId="265"/>
            <ac:picMk id="54" creationId="{D5A06549-2B71-9149-9B12-9B814FC88EB4}"/>
          </ac:picMkLst>
        </pc:picChg>
        <pc:picChg chg="add mod ord">
          <ac:chgData name="JEISA MATHEW" userId="05ebb031b9311ef8" providerId="LiveId" clId="{0B5BADA0-EADF-41A1-AAFD-3B897C5B0FA5}" dt="2026-08-31T10:38:12.047" v="1017" actId="14100"/>
          <ac:picMkLst>
            <pc:docMk/>
            <pc:sldMk cId="0" sldId="265"/>
            <ac:picMk id="55" creationId="{218F0EDA-EDDC-0CF4-43A4-A3BB0997FE06}"/>
          </ac:picMkLst>
        </pc:picChg>
        <pc:picChg chg="add mod ord">
          <ac:chgData name="JEISA MATHEW" userId="05ebb031b9311ef8" providerId="LiveId" clId="{0B5BADA0-EADF-41A1-AAFD-3B897C5B0FA5}" dt="2026-08-31T10:38:32.064" v="1021" actId="167"/>
          <ac:picMkLst>
            <pc:docMk/>
            <pc:sldMk cId="0" sldId="265"/>
            <ac:picMk id="56" creationId="{5154EAD2-321F-6993-C0AC-C604644AE496}"/>
          </ac:picMkLst>
        </pc:picChg>
        <pc:picChg chg="add mod ord">
          <ac:chgData name="JEISA MATHEW" userId="05ebb031b9311ef8" providerId="LiveId" clId="{0B5BADA0-EADF-41A1-AAFD-3B897C5B0FA5}" dt="2026-08-31T10:39:37.046" v="1035" actId="1076"/>
          <ac:picMkLst>
            <pc:docMk/>
            <pc:sldMk cId="0" sldId="265"/>
            <ac:picMk id="57" creationId="{93B37347-8712-9FB3-9D42-BFC68E2C8DD4}"/>
          </ac:picMkLst>
        </pc:picChg>
        <pc:picChg chg="add mod ord">
          <ac:chgData name="JEISA MATHEW" userId="05ebb031b9311ef8" providerId="LiveId" clId="{0B5BADA0-EADF-41A1-AAFD-3B897C5B0FA5}" dt="2026-08-31T10:39:31.798" v="1034" actId="1076"/>
          <ac:picMkLst>
            <pc:docMk/>
            <pc:sldMk cId="0" sldId="265"/>
            <ac:picMk id="58" creationId="{D5C974FA-E317-3F91-5407-59D3A8D2DCBE}"/>
          </ac:picMkLst>
        </pc:picChg>
        <pc:picChg chg="add mod ord">
          <ac:chgData name="JEISA MATHEW" userId="05ebb031b9311ef8" providerId="LiveId" clId="{0B5BADA0-EADF-41A1-AAFD-3B897C5B0FA5}" dt="2026-08-31T10:39:23.797" v="1033" actId="1076"/>
          <ac:picMkLst>
            <pc:docMk/>
            <pc:sldMk cId="0" sldId="265"/>
            <ac:picMk id="59" creationId="{50429FFE-E8A6-A3AD-8460-273373D31AD6}"/>
          </ac:picMkLst>
        </pc:picChg>
      </pc:sldChg>
      <pc:sldChg chg="addSp delSp modSp mod setBg">
        <pc:chgData name="JEISA MATHEW" userId="05ebb031b9311ef8" providerId="LiveId" clId="{0B5BADA0-EADF-41A1-AAFD-3B897C5B0FA5}" dt="2026-08-31T10:46:50.581" v="1095" actId="14100"/>
        <pc:sldMkLst>
          <pc:docMk/>
          <pc:sldMk cId="0" sldId="266"/>
        </pc:sldMkLst>
        <pc:spChg chg="mod">
          <ac:chgData name="JEISA MATHEW" userId="05ebb031b9311ef8" providerId="LiveId" clId="{0B5BADA0-EADF-41A1-AAFD-3B897C5B0FA5}" dt="2026-08-30T17:45:25.127" v="471"/>
          <ac:spMkLst>
            <pc:docMk/>
            <pc:sldMk cId="0" sldId="266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5:39.971" v="473" actId="14100"/>
          <ac:spMkLst>
            <pc:docMk/>
            <pc:sldMk cId="0" sldId="266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3:21.487" v="513" actId="207"/>
          <ac:spMkLst>
            <pc:docMk/>
            <pc:sldMk cId="0" sldId="266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23" creationId="{00000000-0000-0000-0000-000000000000}"/>
          </ac:spMkLst>
        </pc:spChg>
        <pc:spChg chg="add del mod">
          <ac:chgData name="JEISA MATHEW" userId="05ebb031b9311ef8" providerId="LiveId" clId="{0B5BADA0-EADF-41A1-AAFD-3B897C5B0FA5}" dt="2026-08-31T09:27:18.601" v="658" actId="478"/>
          <ac:spMkLst>
            <pc:docMk/>
            <pc:sldMk cId="0" sldId="266"/>
            <ac:spMk id="24" creationId="{79432B45-57E5-5904-1BEF-F14F27BD993D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25" creationId="{00000000-0000-0000-0000-000000000000}"/>
          </ac:spMkLst>
        </pc:spChg>
        <pc:spChg chg="del">
          <ac:chgData name="JEISA MATHEW" userId="05ebb031b9311ef8" providerId="LiveId" clId="{0B5BADA0-EADF-41A1-AAFD-3B897C5B0FA5}" dt="2026-08-31T09:24:40.230" v="638" actId="478"/>
          <ac:spMkLst>
            <pc:docMk/>
            <pc:sldMk cId="0" sldId="266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24:35.704" v="637" actId="6549"/>
          <ac:spMkLst>
            <pc:docMk/>
            <pc:sldMk cId="0" sldId="266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1T09:25:50.771" v="651" actId="20577"/>
          <ac:spMkLst>
            <pc:docMk/>
            <pc:sldMk cId="0" sldId="266"/>
            <ac:spMk id="31" creationId="{00000000-0000-0000-0000-000000000000}"/>
          </ac:spMkLst>
        </pc:spChg>
        <pc:spChg chg="del">
          <ac:chgData name="JEISA MATHEW" userId="05ebb031b9311ef8" providerId="LiveId" clId="{0B5BADA0-EADF-41A1-AAFD-3B897C5B0FA5}" dt="2026-08-31T09:24:45.065" v="639" actId="478"/>
          <ac:spMkLst>
            <pc:docMk/>
            <pc:sldMk cId="0" sldId="266"/>
            <ac:spMk id="32" creationId="{00000000-0000-0000-0000-000000000000}"/>
          </ac:spMkLst>
        </pc:spChg>
        <pc:spChg chg="del">
          <ac:chgData name="JEISA MATHEW" userId="05ebb031b9311ef8" providerId="LiveId" clId="{0B5BADA0-EADF-41A1-AAFD-3B897C5B0FA5}" dt="2026-08-31T09:24:48.102" v="640" actId="478"/>
          <ac:spMkLst>
            <pc:docMk/>
            <pc:sldMk cId="0" sldId="266"/>
            <ac:spMk id="34" creationId="{00000000-0000-0000-0000-000000000000}"/>
          </ac:spMkLst>
        </pc:spChg>
        <pc:spChg chg="del">
          <ac:chgData name="JEISA MATHEW" userId="05ebb031b9311ef8" providerId="LiveId" clId="{0B5BADA0-EADF-41A1-AAFD-3B897C5B0FA5}" dt="2026-08-31T09:24:52.090" v="641" actId="478"/>
          <ac:spMkLst>
            <pc:docMk/>
            <pc:sldMk cId="0" sldId="266"/>
            <ac:spMk id="35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09:24:58.522" v="643" actId="478"/>
          <ac:spMkLst>
            <pc:docMk/>
            <pc:sldMk cId="0" sldId="266"/>
            <ac:spMk id="3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1T09:24:55.001" v="642" actId="478"/>
          <ac:spMkLst>
            <pc:docMk/>
            <pc:sldMk cId="0" sldId="266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42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42:41.787" v="437" actId="478"/>
          <ac:picMkLst>
            <pc:docMk/>
            <pc:sldMk cId="0" sldId="266"/>
            <ac:picMk id="24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1T09:25:32.912" v="648" actId="478"/>
          <ac:picMkLst>
            <pc:docMk/>
            <pc:sldMk cId="0" sldId="266"/>
            <ac:picMk id="27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09:26:06.335" v="653" actId="478"/>
          <ac:picMkLst>
            <pc:docMk/>
            <pc:sldMk cId="0" sldId="266"/>
            <ac:picMk id="30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09:25:25.523" v="647" actId="478"/>
          <ac:picMkLst>
            <pc:docMk/>
            <pc:sldMk cId="0" sldId="266"/>
            <ac:picMk id="3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09:26:02.039" v="652" actId="478"/>
          <ac:picMkLst>
            <pc:docMk/>
            <pc:sldMk cId="0" sldId="266"/>
            <ac:picMk id="36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43:01.357" v="442" actId="167"/>
          <ac:picMkLst>
            <pc:docMk/>
            <pc:sldMk cId="0" sldId="266"/>
            <ac:picMk id="43" creationId="{3BDC08D5-5D82-9D9E-42FF-A3D6B25FFE63}"/>
          </ac:picMkLst>
        </pc:picChg>
        <pc:picChg chg="add mod">
          <ac:chgData name="JEISA MATHEW" userId="05ebb031b9311ef8" providerId="LiveId" clId="{0B5BADA0-EADF-41A1-AAFD-3B897C5B0FA5}" dt="2026-08-31T10:46:50.581" v="1095" actId="14100"/>
          <ac:picMkLst>
            <pc:docMk/>
            <pc:sldMk cId="0" sldId="266"/>
            <ac:picMk id="45" creationId="{D1DF2C33-B114-E5BD-C503-B111110D08C6}"/>
          </ac:picMkLst>
        </pc:picChg>
      </pc:sldChg>
      <pc:sldChg chg="addSp delSp modSp mod setBg">
        <pc:chgData name="JEISA MATHEW" userId="05ebb031b9311ef8" providerId="LiveId" clId="{0B5BADA0-EADF-41A1-AAFD-3B897C5B0FA5}" dt="2026-08-31T10:46:21.676" v="1093" actId="207"/>
        <pc:sldMkLst>
          <pc:docMk/>
          <pc:sldMk cId="0" sldId="267"/>
        </pc:sldMkLst>
        <pc:spChg chg="mod">
          <ac:chgData name="JEISA MATHEW" userId="05ebb031b9311ef8" providerId="LiveId" clId="{0B5BADA0-EADF-41A1-AAFD-3B897C5B0FA5}" dt="2026-08-30T17:54:02.427" v="515" actId="20577"/>
          <ac:spMkLst>
            <pc:docMk/>
            <pc:sldMk cId="0" sldId="267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49:07.256" v="492" actId="478"/>
          <ac:spMkLst>
            <pc:docMk/>
            <pc:sldMk cId="0" sldId="267"/>
            <ac:spMk id="3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49:14.178" v="494" actId="478"/>
          <ac:spMkLst>
            <pc:docMk/>
            <pc:sldMk cId="0" sldId="267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05.155" v="481" actId="14100"/>
          <ac:spMkLst>
            <pc:docMk/>
            <pc:sldMk cId="0" sldId="267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11.020" v="482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14.528" v="483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22.555" v="484" actId="14100"/>
          <ac:spMkLst>
            <pc:docMk/>
            <pc:sldMk cId="0" sldId="267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25.507" v="485" actId="14100"/>
          <ac:spMkLst>
            <pc:docMk/>
            <pc:sldMk cId="0" sldId="267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31.428" v="486" actId="14100"/>
          <ac:spMkLst>
            <pc:docMk/>
            <pc:sldMk cId="0" sldId="267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1T10:46:21.676" v="1093" actId="207"/>
          <ac:spMkLst>
            <pc:docMk/>
            <pc:sldMk cId="0" sldId="267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57.558" v="490" actId="207"/>
          <ac:spMkLst>
            <pc:docMk/>
            <pc:sldMk cId="0" sldId="267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35" creationId="{00000000-0000-0000-0000-000000000000}"/>
          </ac:spMkLst>
        </pc:spChg>
        <pc:picChg chg="add mod ord">
          <ac:chgData name="JEISA MATHEW" userId="05ebb031b9311ef8" providerId="LiveId" clId="{0B5BADA0-EADF-41A1-AAFD-3B897C5B0FA5}" dt="2026-08-31T10:44:59.293" v="1085" actId="14100"/>
          <ac:picMkLst>
            <pc:docMk/>
            <pc:sldMk cId="0" sldId="267"/>
            <ac:picMk id="3" creationId="{00730463-6934-DDF8-EE8D-122147479823}"/>
          </ac:picMkLst>
        </pc:picChg>
        <pc:picChg chg="del">
          <ac:chgData name="JEISA MATHEW" userId="05ebb031b9311ef8" providerId="LiveId" clId="{0B5BADA0-EADF-41A1-AAFD-3B897C5B0FA5}" dt="2026-08-30T17:49:10.619" v="493" actId="478"/>
          <ac:picMkLst>
            <pc:docMk/>
            <pc:sldMk cId="0" sldId="267"/>
            <ac:picMk id="4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1T10:44:54.571" v="1084" actId="167"/>
          <ac:picMkLst>
            <pc:docMk/>
            <pc:sldMk cId="0" sldId="267"/>
            <ac:picMk id="4" creationId="{B7D39A01-5C33-A51D-F90E-38347E122C13}"/>
          </ac:picMkLst>
        </pc:picChg>
        <pc:picChg chg="del">
          <ac:chgData name="JEISA MATHEW" userId="05ebb031b9311ef8" providerId="LiveId" clId="{0B5BADA0-EADF-41A1-AAFD-3B897C5B0FA5}" dt="2026-08-31T10:44:18.103" v="1074" actId="478"/>
          <ac:picMkLst>
            <pc:docMk/>
            <pc:sldMk cId="0" sldId="267"/>
            <ac:picMk id="1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1T10:44:20.496" v="1075" actId="478"/>
          <ac:picMkLst>
            <pc:docMk/>
            <pc:sldMk cId="0" sldId="267"/>
            <ac:picMk id="1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47:46.606" v="478" actId="478"/>
          <ac:picMkLst>
            <pc:docMk/>
            <pc:sldMk cId="0" sldId="267"/>
            <ac:picMk id="2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1T10:46:00.086" v="1092" actId="14100"/>
          <ac:picMkLst>
            <pc:docMk/>
            <pc:sldMk cId="0" sldId="267"/>
            <ac:picMk id="36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48:44.483" v="489" actId="167"/>
          <ac:picMkLst>
            <pc:docMk/>
            <pc:sldMk cId="0" sldId="267"/>
            <ac:picMk id="46" creationId="{5DEC35BB-D11B-8D2E-63F1-2B5C60F2EE91}"/>
          </ac:picMkLst>
        </pc:picChg>
      </pc:sldChg>
      <pc:sldChg chg="del">
        <pc:chgData name="JEISA MATHEW" userId="05ebb031b9311ef8" providerId="LiveId" clId="{0B5BADA0-EADF-41A1-AAFD-3B897C5B0FA5}" dt="2026-08-30T17:47:23.024" v="475" actId="2696"/>
        <pc:sldMkLst>
          <pc:docMk/>
          <pc:sldMk cId="0" sldId="268"/>
        </pc:sldMkLst>
      </pc:sldChg>
      <pc:sldChg chg="delSp modSp mod setBg">
        <pc:chgData name="JEISA MATHEW" userId="05ebb031b9311ef8" providerId="LiveId" clId="{0B5BADA0-EADF-41A1-AAFD-3B897C5B0FA5}" dt="2026-08-31T09:41:03.307" v="728"/>
        <pc:sldMkLst>
          <pc:docMk/>
          <pc:sldMk cId="0" sldId="269"/>
        </pc:sldMkLst>
        <pc:spChg chg="mod">
          <ac:chgData name="JEISA MATHEW" userId="05ebb031b9311ef8" providerId="LiveId" clId="{0B5BADA0-EADF-41A1-AAFD-3B897C5B0FA5}" dt="2026-08-30T17:54:20.114" v="518" actId="14100"/>
          <ac:spMkLst>
            <pc:docMk/>
            <pc:sldMk cId="0" sldId="269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1:34.101" v="503" actId="478"/>
          <ac:spMkLst>
            <pc:docMk/>
            <pc:sldMk cId="0" sldId="269"/>
            <ac:spMk id="3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1:40.195" v="504" actId="478"/>
          <ac:spMkLst>
            <pc:docMk/>
            <pc:sldMk cId="0" sldId="269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59.786" v="506" actId="13926"/>
          <ac:spMkLst>
            <pc:docMk/>
            <pc:sldMk cId="0" sldId="269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2:42.980" v="509" actId="14100"/>
          <ac:spMkLst>
            <pc:docMk/>
            <pc:sldMk cId="0" sldId="269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2:51.796" v="510" actId="1076"/>
          <ac:spMkLst>
            <pc:docMk/>
            <pc:sldMk cId="0" sldId="269"/>
            <ac:spMk id="4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3:00.555" v="511" actId="478"/>
          <ac:spMkLst>
            <pc:docMk/>
            <pc:sldMk cId="0" sldId="269"/>
            <ac:spMk id="48" creationId="{00000000-0000-0000-0000-000000000000}"/>
          </ac:spMkLst>
        </pc:spChg>
        <pc:picChg chg="mod">
          <ac:chgData name="JEISA MATHEW" userId="05ebb031b9311ef8" providerId="LiveId" clId="{0B5BADA0-EADF-41A1-AAFD-3B897C5B0FA5}" dt="2026-08-30T17:52:37.482" v="508" actId="1076"/>
          <ac:picMkLst>
            <pc:docMk/>
            <pc:sldMk cId="0" sldId="269"/>
            <ac:picMk id="40" creationId="{00000000-0000-0000-0000-000000000000}"/>
          </ac:picMkLst>
        </pc:picChg>
      </pc:sldChg>
      <pc:sldChg chg="addSp delSp modSp mod setBg">
        <pc:chgData name="JEISA MATHEW" userId="05ebb031b9311ef8" providerId="LiveId" clId="{0B5BADA0-EADF-41A1-AAFD-3B897C5B0FA5}" dt="2026-08-31T10:47:51.749" v="1101" actId="167"/>
        <pc:sldMkLst>
          <pc:docMk/>
          <pc:sldMk cId="0" sldId="270"/>
        </pc:sldMkLst>
        <pc:spChg chg="del mod">
          <ac:chgData name="JEISA MATHEW" userId="05ebb031b9311ef8" providerId="LiveId" clId="{0B5BADA0-EADF-41A1-AAFD-3B897C5B0FA5}" dt="2026-08-30T17:54:53.624" v="523" actId="478"/>
          <ac:spMkLst>
            <pc:docMk/>
            <pc:sldMk cId="0" sldId="270"/>
            <ac:spMk id="3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4:45.842" v="520" actId="478"/>
          <ac:spMkLst>
            <pc:docMk/>
            <pc:sldMk cId="0" sldId="270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16.154" v="549" actId="20577"/>
          <ac:spMkLst>
            <pc:docMk/>
            <pc:sldMk cId="0" sldId="270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7:17.178" v="558" actId="4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7:13.219" v="557" actId="20577"/>
          <ac:spMkLst>
            <pc:docMk/>
            <pc:sldMk cId="0" sldId="270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9:36.702" v="595" actId="14100"/>
          <ac:spMkLst>
            <pc:docMk/>
            <pc:sldMk cId="0" sldId="270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8:07.429" v="580" actId="1076"/>
          <ac:spMkLst>
            <pc:docMk/>
            <pc:sldMk cId="0" sldId="270"/>
            <ac:spMk id="39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8:20.463" v="581" actId="478"/>
          <ac:spMkLst>
            <pc:docMk/>
            <pc:sldMk cId="0" sldId="270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7:31.481" v="560" actId="20577"/>
          <ac:spMkLst>
            <pc:docMk/>
            <pc:sldMk cId="0" sldId="270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45" creationId="{00000000-0000-0000-0000-000000000000}"/>
          </ac:spMkLst>
        </pc:spChg>
        <pc:spChg chg="add del">
          <ac:chgData name="JEISA MATHEW" userId="05ebb031b9311ef8" providerId="LiveId" clId="{0B5BADA0-EADF-41A1-AAFD-3B897C5B0FA5}" dt="2026-08-30T17:58:56.166" v="586" actId="22"/>
          <ac:spMkLst>
            <pc:docMk/>
            <pc:sldMk cId="0" sldId="270"/>
            <ac:spMk id="55" creationId="{92B6F367-86A4-2829-9EDE-1391712A7B40}"/>
          </ac:spMkLst>
        </pc:spChg>
        <pc:spChg chg="add mod">
          <ac:chgData name="JEISA MATHEW" userId="05ebb031b9311ef8" providerId="LiveId" clId="{0B5BADA0-EADF-41A1-AAFD-3B897C5B0FA5}" dt="2026-08-30T18:00:16.477" v="604" actId="1076"/>
          <ac:spMkLst>
            <pc:docMk/>
            <pc:sldMk cId="0" sldId="270"/>
            <ac:spMk id="57" creationId="{15D1A5CB-4353-6C5E-EBAD-C3C89C807521}"/>
          </ac:spMkLst>
        </pc:spChg>
        <pc:picChg chg="del">
          <ac:chgData name="JEISA MATHEW" userId="05ebb031b9311ef8" providerId="LiveId" clId="{0B5BADA0-EADF-41A1-AAFD-3B897C5B0FA5}" dt="2026-08-30T17:54:47.754" v="521" actId="478"/>
          <ac:picMkLst>
            <pc:docMk/>
            <pc:sldMk cId="0" sldId="270"/>
            <ac:picMk id="2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1T10:47:33.446" v="1099" actId="167"/>
          <ac:picMkLst>
            <pc:docMk/>
            <pc:sldMk cId="0" sldId="270"/>
            <ac:picMk id="2" creationId="{F4D7A3B3-0ADB-7043-FE71-55828987C570}"/>
          </ac:picMkLst>
        </pc:picChg>
        <pc:picChg chg="del">
          <ac:chgData name="JEISA MATHEW" userId="05ebb031b9311ef8" providerId="LiveId" clId="{0B5BADA0-EADF-41A1-AAFD-3B897C5B0FA5}" dt="2026-08-30T17:54:42.768" v="519" actId="478"/>
          <ac:picMkLst>
            <pc:docMk/>
            <pc:sldMk cId="0" sldId="270"/>
            <ac:picMk id="4" creationId="{00000000-0000-0000-0000-000000000000}"/>
          </ac:picMkLst>
        </pc:picChg>
        <pc:picChg chg="ord">
          <ac:chgData name="JEISA MATHEW" userId="05ebb031b9311ef8" providerId="LiveId" clId="{0B5BADA0-EADF-41A1-AAFD-3B897C5B0FA5}" dt="2026-08-31T10:47:51.749" v="1101" actId="167"/>
          <ac:picMkLst>
            <pc:docMk/>
            <pc:sldMk cId="0" sldId="270"/>
            <ac:picMk id="8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1T10:47:17.735" v="1096" actId="478"/>
          <ac:picMkLst>
            <pc:docMk/>
            <pc:sldMk cId="0" sldId="270"/>
            <ac:picMk id="17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8:04:01.917" v="630" actId="14100"/>
          <ac:picMkLst>
            <pc:docMk/>
            <pc:sldMk cId="0" sldId="270"/>
            <ac:picMk id="2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56:33.422" v="552" actId="478"/>
          <ac:picMkLst>
            <pc:docMk/>
            <pc:sldMk cId="0" sldId="270"/>
            <ac:picMk id="25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56:49.646" v="556" actId="167"/>
          <ac:picMkLst>
            <pc:docMk/>
            <pc:sldMk cId="0" sldId="270"/>
            <ac:picMk id="52" creationId="{A1B56752-7D7C-B8EF-6AE6-524F365E9B14}"/>
          </ac:picMkLst>
        </pc:picChg>
        <pc:picChg chg="add mod">
          <ac:chgData name="JEISA MATHEW" userId="05ebb031b9311ef8" providerId="LiveId" clId="{0B5BADA0-EADF-41A1-AAFD-3B897C5B0FA5}" dt="2026-08-30T17:58:32.713" v="582"/>
          <ac:picMkLst>
            <pc:docMk/>
            <pc:sldMk cId="0" sldId="270"/>
            <ac:picMk id="53" creationId="{6A2F705B-DC47-889A-0A0A-A75991460931}"/>
          </ac:picMkLst>
        </pc:picChg>
      </pc:sldChg>
      <pc:sldChg chg="del">
        <pc:chgData name="JEISA MATHEW" userId="05ebb031b9311ef8" providerId="LiveId" clId="{0B5BADA0-EADF-41A1-AAFD-3B897C5B0FA5}" dt="2026-08-30T18:01:21.809" v="605" actId="2696"/>
        <pc:sldMkLst>
          <pc:docMk/>
          <pc:sldMk cId="0" sldId="271"/>
        </pc:sldMkLst>
      </pc:sldChg>
      <pc:sldChg chg="del">
        <pc:chgData name="JEISA MATHEW" userId="05ebb031b9311ef8" providerId="LiveId" clId="{0B5BADA0-EADF-41A1-AAFD-3B897C5B0FA5}" dt="2026-08-30T18:01:21.809" v="605" actId="2696"/>
        <pc:sldMkLst>
          <pc:docMk/>
          <pc:sldMk cId="0" sldId="272"/>
        </pc:sldMkLst>
      </pc:sldChg>
      <pc:sldChg chg="addSp delSp modSp mod setBg">
        <pc:chgData name="JEISA MATHEW" userId="05ebb031b9311ef8" providerId="LiveId" clId="{0B5BADA0-EADF-41A1-AAFD-3B897C5B0FA5}" dt="2026-08-31T11:17:57.195" v="1161" actId="1076"/>
        <pc:sldMkLst>
          <pc:docMk/>
          <pc:sldMk cId="0" sldId="273"/>
        </pc:sldMkLst>
        <pc:spChg chg="mod">
          <ac:chgData name="JEISA MATHEW" userId="05ebb031b9311ef8" providerId="LiveId" clId="{0B5BADA0-EADF-41A1-AAFD-3B897C5B0FA5}" dt="2026-08-30T18:02:47.727" v="615" actId="6549"/>
          <ac:spMkLst>
            <pc:docMk/>
            <pc:sldMk cId="0" sldId="273"/>
            <ac:spMk id="5" creationId="{00000000-0000-0000-0000-000000000000}"/>
          </ac:spMkLst>
        </pc:spChg>
        <pc:spChg chg="add del mod">
          <ac:chgData name="JEISA MATHEW" userId="05ebb031b9311ef8" providerId="LiveId" clId="{0B5BADA0-EADF-41A1-AAFD-3B897C5B0FA5}" dt="2026-08-31T11:17:57.195" v="1161" actId="1076"/>
          <ac:spMkLst>
            <pc:docMk/>
            <pc:sldMk cId="0" sldId="273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38.093" v="606" actId="478"/>
          <ac:spMkLst>
            <pc:docMk/>
            <pc:sldMk cId="0" sldId="273"/>
            <ac:spMk id="7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1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7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1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8:02:42.206" v="613" actId="478"/>
          <ac:spMkLst>
            <pc:docMk/>
            <pc:sldMk cId="0" sldId="273"/>
            <ac:spMk id="29" creationId="{00000000-0000-0000-0000-000000000000}"/>
          </ac:spMkLst>
        </pc:spChg>
        <pc:picChg chg="del">
          <ac:chgData name="JEISA MATHEW" userId="05ebb031b9311ef8" providerId="LiveId" clId="{0B5BADA0-EADF-41A1-AAFD-3B897C5B0FA5}" dt="2026-08-31T09:33:18.334" v="674" actId="478"/>
          <ac:picMkLst>
            <pc:docMk/>
            <pc:sldMk cId="0" sldId="273"/>
            <ac:picMk id="2" creationId="{00000000-0000-0000-0000-000000000000}"/>
          </ac:picMkLst>
        </pc:picChg>
        <pc:picChg chg="add del">
          <ac:chgData name="JEISA MATHEW" userId="05ebb031b9311ef8" providerId="LiveId" clId="{0B5BADA0-EADF-41A1-AAFD-3B897C5B0FA5}" dt="2026-08-31T09:33:16.318" v="673" actId="478"/>
          <ac:picMkLst>
            <pc:docMk/>
            <pc:sldMk cId="0" sldId="273"/>
            <ac:picMk id="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45.007" v="614" actId="478"/>
          <ac:picMkLst>
            <pc:docMk/>
            <pc:sldMk cId="0" sldId="273"/>
            <ac:picMk id="4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1T11:16:22.344" v="1154" actId="167"/>
          <ac:picMkLst>
            <pc:docMk/>
            <pc:sldMk cId="0" sldId="273"/>
            <ac:picMk id="4" creationId="{BFEB9DC7-4437-CB55-3972-30FDD6F7A765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56.377" v="607" actId="478"/>
          <ac:picMkLst>
            <pc:docMk/>
            <pc:sldMk cId="0" sldId="273"/>
            <ac:picMk id="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1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01.698" v="608" actId="478"/>
          <ac:picMkLst>
            <pc:docMk/>
            <pc:sldMk cId="0" sldId="273"/>
            <ac:picMk id="1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1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28.502" v="610" actId="478"/>
          <ac:picMkLst>
            <pc:docMk/>
            <pc:sldMk cId="0" sldId="273"/>
            <ac:picMk id="1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2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17.608" v="609" actId="478"/>
          <ac:picMkLst>
            <pc:docMk/>
            <pc:sldMk cId="0" sldId="273"/>
            <ac:picMk id="2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32.680" v="611" actId="478"/>
          <ac:picMkLst>
            <pc:docMk/>
            <pc:sldMk cId="0" sldId="273"/>
            <ac:picMk id="28" creationId="{00000000-0000-0000-0000-000000000000}"/>
          </ac:picMkLst>
        </pc:picChg>
      </pc:sldChg>
      <pc:sldChg chg="add del">
        <pc:chgData name="JEISA MATHEW" userId="05ebb031b9311ef8" providerId="LiveId" clId="{0B5BADA0-EADF-41A1-AAFD-3B897C5B0FA5}" dt="2026-08-31T09:47:48.521" v="747" actId="2696"/>
        <pc:sldMkLst>
          <pc:docMk/>
          <pc:sldMk cId="506884945" sldId="274"/>
        </pc:sldMkLst>
      </pc:sldChg>
      <pc:sldChg chg="addSp modSp new del mod">
        <pc:chgData name="JEISA MATHEW" userId="05ebb031b9311ef8" providerId="LiveId" clId="{0B5BADA0-EADF-41A1-AAFD-3B897C5B0FA5}" dt="2026-08-31T09:47:42.227" v="746" actId="2696"/>
        <pc:sldMkLst>
          <pc:docMk/>
          <pc:sldMk cId="36058998" sldId="275"/>
        </pc:sldMkLst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3" creationId="{C583E6D7-B203-565B-7D1C-7541C3D39EDE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6" creationId="{AA6170EC-4116-2270-A169-384468E5E55B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15" creationId="{2C85E320-5C26-B129-774F-1DA21EBEEB41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19" creationId="{4D2F6BBB-27A0-6861-84E8-8D505E31E962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21" creationId="{CB20BDBB-34CA-2A5C-431C-050DDB547FDB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23" creationId="{970E05A3-86F0-E75F-565E-E74DBB7D2415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25" creationId="{63BBC131-D18B-BA47-182B-42BB75CBC5F0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35" creationId="{8DB0A383-B595-0830-6FE1-ECB4D23D8364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38" creationId="{FCA26C11-3AAA-7569-C9D5-EF91254EA8F6}"/>
          </ac:spMkLst>
        </pc:spChg>
        <pc:spChg chg="add mod">
          <ac:chgData name="JEISA MATHEW" userId="05ebb031b9311ef8" providerId="LiveId" clId="{0B5BADA0-EADF-41A1-AAFD-3B897C5B0FA5}" dt="2026-08-31T09:47:00.338" v="740"/>
          <ac:spMkLst>
            <pc:docMk/>
            <pc:sldMk cId="36058998" sldId="275"/>
            <ac:spMk id="39" creationId="{1F727F41-65D1-13D1-BE38-15CCFA8F9841}"/>
          </ac:spMkLst>
        </pc:spChg>
        <pc:picChg chg="add mod">
          <ac:chgData name="JEISA MATHEW" userId="05ebb031b9311ef8" providerId="LiveId" clId="{0B5BADA0-EADF-41A1-AAFD-3B897C5B0FA5}" dt="2026-08-31T09:47:37.126" v="745" actId="1076"/>
          <ac:picMkLst>
            <pc:docMk/>
            <pc:sldMk cId="36058998" sldId="275"/>
            <ac:picMk id="45" creationId="{FBF6E9D0-D4C7-48F7-DAF7-C50FB67D5B8C}"/>
          </ac:picMkLst>
        </pc:picChg>
      </pc:sldChg>
      <pc:sldMasterChg chg="setBg modSldLayout">
        <pc:chgData name="JEISA MATHEW" userId="05ebb031b9311ef8" providerId="LiveId" clId="{0B5BADA0-EADF-41A1-AAFD-3B897C5B0FA5}" dt="2026-08-31T11:13:57.730" v="1146"/>
        <pc:sldMasterMkLst>
          <pc:docMk/>
          <pc:sldMasterMk cId="0" sldId="2147483648"/>
        </pc:sldMasterMkLst>
        <pc:sldLayoutChg chg="setBg">
          <pc:chgData name="JEISA MATHEW" userId="05ebb031b9311ef8" providerId="LiveId" clId="{0B5BADA0-EADF-41A1-AAFD-3B897C5B0FA5}" dt="2026-08-31T11:13:57.730" v="1146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9895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avif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sv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11" Type="http://schemas.openxmlformats.org/officeDocument/2006/relationships/image" Target="../media/image58.svg"/><Relationship Id="rId5" Type="http://schemas.openxmlformats.org/officeDocument/2006/relationships/image" Target="../media/image52.png"/><Relationship Id="rId15" Type="http://schemas.openxmlformats.org/officeDocument/2006/relationships/image" Target="../media/image62.sv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svg"/><Relationship Id="rId14" Type="http://schemas.openxmlformats.org/officeDocument/2006/relationships/image" Target="../media/image6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50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64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5" Type="http://schemas.openxmlformats.org/officeDocument/2006/relationships/image" Target="../media/image8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Relationship Id="rId14" Type="http://schemas.openxmlformats.org/officeDocument/2006/relationships/image" Target="../media/image7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3" Type="http://schemas.openxmlformats.org/officeDocument/2006/relationships/image" Target="../media/image64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5" Type="http://schemas.openxmlformats.org/officeDocument/2006/relationships/image" Target="../media/image93.png"/><Relationship Id="rId10" Type="http://schemas.openxmlformats.org/officeDocument/2006/relationships/image" Target="../media/image98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64.png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0" Type="http://schemas.openxmlformats.org/officeDocument/2006/relationships/image" Target="../media/image107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27.png"/><Relationship Id="rId3" Type="http://schemas.openxmlformats.org/officeDocument/2006/relationships/image" Target="../media/image118.png"/><Relationship Id="rId7" Type="http://schemas.openxmlformats.org/officeDocument/2006/relationships/image" Target="../media/image121.png"/><Relationship Id="rId12" Type="http://schemas.openxmlformats.org/officeDocument/2006/relationships/image" Target="../media/image1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125.png"/><Relationship Id="rId5" Type="http://schemas.openxmlformats.org/officeDocument/2006/relationships/image" Target="../media/image120.png"/><Relationship Id="rId10" Type="http://schemas.openxmlformats.org/officeDocument/2006/relationships/image" Target="../media/image124.png"/><Relationship Id="rId4" Type="http://schemas.openxmlformats.org/officeDocument/2006/relationships/image" Target="../media/image119.png"/><Relationship Id="rId9" Type="http://schemas.openxmlformats.org/officeDocument/2006/relationships/image" Target="../media/image123.png"/><Relationship Id="rId14" Type="http://schemas.openxmlformats.org/officeDocument/2006/relationships/image" Target="../media/image1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B0BB61-F580-040D-FFE5-B044B824C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04825" y="447675"/>
            <a:ext cx="9959788" cy="17811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kern="0" spc="-1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EV INDUSTRY </a:t>
            </a:r>
            <a:r>
              <a:rPr lang="en-US" sz="4400" b="1" kern="0" spc="-11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CHARGING</a:t>
            </a:r>
            <a:r>
              <a:rPr lang="en-US" sz="4400" b="1" kern="0" spc="-1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 RECOMMENDATION DASHBOARD</a:t>
            </a:r>
            <a:endParaRPr lang="en-US" sz="440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Image 0" descr="preencoded.png">
            <a:extLst>
              <a:ext uri="{FF2B5EF4-FFF2-40B4-BE49-F238E27FC236}">
                <a16:creationId xmlns:a16="http://schemas.microsoft.com/office/drawing/2014/main" id="{B74D83A4-F8BF-595E-2DE2-E923B379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64" y="3684494"/>
            <a:ext cx="4211172" cy="19525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2BB81A31-293A-14A3-9DFB-383F70C4E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475" y="3701942"/>
            <a:ext cx="4981575" cy="19525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2" name="Image 0" descr="preencoded.png">
            <a:extLst>
              <a:ext uri="{FF2B5EF4-FFF2-40B4-BE49-F238E27FC236}">
                <a16:creationId xmlns:a16="http://schemas.microsoft.com/office/drawing/2014/main" id="{8D9B0E85-E98B-28D8-9B98-C35C9C579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476" y="1224171"/>
            <a:ext cx="4981575" cy="19525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" name="Text 0"/>
          <p:cNvSpPr txBox="1"/>
          <p:nvPr/>
        </p:nvSpPr>
        <p:spPr>
          <a:xfrm>
            <a:off x="533400" y="457200"/>
            <a:ext cx="11125200" cy="5542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200" b="1" kern="0" spc="-4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AGENDA</a:t>
            </a:r>
            <a:endParaRPr lang="en-US" sz="32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1" y="1220985"/>
            <a:ext cx="4370294" cy="19525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5" name="Text 1"/>
          <p:cNvSpPr txBox="1"/>
          <p:nvPr/>
        </p:nvSpPr>
        <p:spPr>
          <a:xfrm>
            <a:off x="781050" y="1459111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1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781050" y="1701998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BUSINESS CONTEXT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81051" y="1969496"/>
            <a:ext cx="3581400" cy="10246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>
              <a:lnSpc>
                <a:spcPts val="1418"/>
              </a:lnSpc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 Industry &amp; Company Examples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2. Business Background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3. Business Problem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4. Why Existing Fail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5. Business Impact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6429375" y="1459111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2" name="Text 7"/>
          <p:cNvSpPr txBox="1"/>
          <p:nvPr/>
        </p:nvSpPr>
        <p:spPr>
          <a:xfrm>
            <a:off x="6429375" y="1701998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PROBLEM DEFINITION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13" name="Text 8"/>
          <p:cNvSpPr txBox="1"/>
          <p:nvPr/>
        </p:nvSpPr>
        <p:spPr>
          <a:xfrm>
            <a:off x="6638925" y="2073473"/>
            <a:ext cx="4772025" cy="1704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6. Problem Statement: Build Excel Recommendation Dashboard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6638925" y="2291507"/>
            <a:ext cx="4772025" cy="1704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7. Business Objectives: Reduce search &lt;2 min, 0% stranded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781050" y="3894237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781050" y="4137124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SOLUTION DESIGN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781050" y="4508598"/>
            <a:ext cx="4981575" cy="10584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8. Functional Requirements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9. Non-Functional Requirements &amp; Data Required</a:t>
            </a:r>
          </a:p>
          <a:p>
            <a:pPr>
              <a:lnSpc>
                <a:spcPts val="1418"/>
              </a:lnSpc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10. Tech Stack: Excel Tables + Named Ranges + Haversine</a:t>
            </a:r>
            <a:endParaRPr lang="en-US" sz="1050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418"/>
              </a:lnSpc>
              <a:buNone/>
            </a:pP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6"/>
          <p:cNvSpPr txBox="1"/>
          <p:nvPr/>
        </p:nvSpPr>
        <p:spPr>
          <a:xfrm>
            <a:off x="6429375" y="3894237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4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7"/>
          <p:cNvSpPr txBox="1"/>
          <p:nvPr/>
        </p:nvSpPr>
        <p:spPr>
          <a:xfrm>
            <a:off x="6429375" y="4176265"/>
            <a:ext cx="4981575" cy="2751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IMPACT &amp; DELIVERABLES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638925" y="4499074"/>
            <a:ext cx="3527051" cy="17993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11. KPIs: Reachable 25.0%, Avg Distance Top5 29.9km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6638925" y="4717107"/>
            <a:ext cx="4298016" cy="4871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 Business Outcome: Load balancing, CSAT up &amp;  Deliverables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752F01E0-5F19-BCBA-206B-F32698E1A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941" y="1068586"/>
            <a:ext cx="5467350" cy="5046464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" name="Text 0"/>
          <p:cNvSpPr txBox="1"/>
          <p:nvPr/>
        </p:nvSpPr>
        <p:spPr>
          <a:xfrm>
            <a:off x="533400" y="457200"/>
            <a:ext cx="11125200" cy="41636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1. INDUSTRY &amp; </a:t>
            </a:r>
            <a:r>
              <a:rPr lang="en-US" sz="3600" b="1" kern="0" spc="-72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COMPANY</a:t>
            </a: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 EXAMPLES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97" y="1068586"/>
            <a:ext cx="5467350" cy="5046464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" name="Text 1"/>
          <p:cNvSpPr txBox="1"/>
          <p:nvPr/>
        </p:nvSpPr>
        <p:spPr>
          <a:xfrm>
            <a:off x="819150" y="1363861"/>
            <a:ext cx="4895850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POINT 1 — INDUSTRY FOCUS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819150" y="1663899"/>
            <a:ext cx="4895850" cy="7679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EV INDUSTRY / E-MOBILITY INFRASTRUCTURE — CHARGING OPTIMIZATION</a:t>
            </a:r>
            <a:endParaRPr lang="en-US" sz="19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897" y="3147566"/>
            <a:ext cx="1555700" cy="8363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1028700" y="3284636"/>
            <a:ext cx="1269950" cy="288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$113B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1028700" y="3608487"/>
            <a:ext cx="1269950" cy="2594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India market by 2029 — CAGR 49%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0897" y="3147566"/>
            <a:ext cx="1555849" cy="8363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2698700" y="3284636"/>
            <a:ext cx="1270099" cy="288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1,548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2698700" y="3608487"/>
            <a:ext cx="1270099" cy="2594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Raw dataset stations • 12K+ nationally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1047" y="3147566"/>
            <a:ext cx="1555700" cy="8363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Text 7"/>
          <p:cNvSpPr txBox="1"/>
          <p:nvPr/>
        </p:nvSpPr>
        <p:spPr>
          <a:xfrm>
            <a:off x="4368850" y="3284636"/>
            <a:ext cx="1269950" cy="288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68%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4368850" y="3608487"/>
            <a:ext cx="1269950" cy="2594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Users cite range anxiety #1 barrier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925711" y="3381970"/>
            <a:ext cx="160139" cy="1963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897" y="4629298"/>
            <a:ext cx="266700" cy="25240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15591" y="3827562"/>
            <a:ext cx="170259" cy="1963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2"/>
          <p:cNvSpPr txBox="1"/>
          <p:nvPr/>
        </p:nvSpPr>
        <p:spPr>
          <a:xfrm>
            <a:off x="1162847" y="4638824"/>
            <a:ext cx="4533900" cy="3315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Problem cluster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Station discovery &amp; utilization imbalance, not just availability.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3"/>
          <p:cNvSpPr txBox="1"/>
          <p:nvPr/>
        </p:nvSpPr>
        <p:spPr>
          <a:xfrm>
            <a:off x="6477000" y="1363861"/>
            <a:ext cx="4895850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POINT 2 — COMPANY EXAMPLES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6477000" y="1663898"/>
            <a:ext cx="4895850" cy="52453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CPOS FACING SAME DISCOVERY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&amp; LOAD PROBLEM</a:t>
            </a:r>
            <a:endParaRPr lang="en-US" sz="1950" dirty="0">
              <a:latin typeface="Arial Rounded MT Bold" panose="020F0704030504030204" pitchFamily="34" charset="0"/>
            </a:endParaRPr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5617" y="2877145"/>
            <a:ext cx="2197447" cy="29297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5" name="Text 15"/>
          <p:cNvSpPr txBox="1"/>
          <p:nvPr/>
        </p:nvSpPr>
        <p:spPr>
          <a:xfrm>
            <a:off x="6559442" y="2962869"/>
            <a:ext cx="1949797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Tata Power EZ Charge 5K+ stations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9264" y="2877145"/>
            <a:ext cx="587722" cy="29297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7" name="Text 16"/>
          <p:cNvSpPr txBox="1"/>
          <p:nvPr/>
        </p:nvSpPr>
        <p:spPr>
          <a:xfrm>
            <a:off x="8833089" y="2962869"/>
            <a:ext cx="340072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Statiq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3187" y="2877145"/>
            <a:ext cx="903238" cy="29297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9" name="Text 17"/>
          <p:cNvSpPr txBox="1"/>
          <p:nvPr/>
        </p:nvSpPr>
        <p:spPr>
          <a:xfrm>
            <a:off x="9497012" y="2962869"/>
            <a:ext cx="655588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ChargeZone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52624" y="2877145"/>
            <a:ext cx="815876" cy="29297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1" name="Text 18"/>
          <p:cNvSpPr txBox="1"/>
          <p:nvPr/>
        </p:nvSpPr>
        <p:spPr>
          <a:xfrm>
            <a:off x="10476449" y="2962869"/>
            <a:ext cx="568226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Bolt.Earth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5617" y="3262907"/>
            <a:ext cx="820936" cy="29297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3" name="Text 19"/>
          <p:cNvSpPr txBox="1"/>
          <p:nvPr/>
        </p:nvSpPr>
        <p:spPr>
          <a:xfrm>
            <a:off x="6559442" y="3348631"/>
            <a:ext cx="573286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Ather Grid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32753" y="3262907"/>
            <a:ext cx="518220" cy="29297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5" name="Text 20"/>
          <p:cNvSpPr txBox="1"/>
          <p:nvPr/>
        </p:nvSpPr>
        <p:spPr>
          <a:xfrm>
            <a:off x="7456578" y="3348631"/>
            <a:ext cx="270570" cy="13972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Zeon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5617" y="3820119"/>
            <a:ext cx="266700" cy="252408"/>
          </a:xfrm>
          <a:prstGeom prst="rect">
            <a:avLst/>
          </a:prstGeom>
        </p:spPr>
      </p:pic>
      <p:sp>
        <p:nvSpPr>
          <p:cNvPr id="37" name="Text 21"/>
          <p:cNvSpPr txBox="1"/>
          <p:nvPr/>
        </p:nvSpPr>
        <p:spPr>
          <a:xfrm>
            <a:off x="6528486" y="3879352"/>
            <a:ext cx="173831" cy="1963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22"/>
          <p:cNvSpPr txBox="1"/>
          <p:nvPr/>
        </p:nvSpPr>
        <p:spPr>
          <a:xfrm>
            <a:off x="6797567" y="3829645"/>
            <a:ext cx="4533900" cy="3315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Tata Power EZ Charge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Shows availability but no personalized score — no battery-on-arrival calc.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617" y="4265710"/>
            <a:ext cx="266700" cy="25240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6528932" y="4324944"/>
            <a:ext cx="173385" cy="1963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4"/>
          <p:cNvSpPr txBox="1"/>
          <p:nvPr/>
        </p:nvSpPr>
        <p:spPr>
          <a:xfrm>
            <a:off x="6797567" y="4275236"/>
            <a:ext cx="4533900" cy="3315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Statiq + ChargeZone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Real-time status, but ignores user's current battery %, range, queue fusion.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5617" y="4711302"/>
            <a:ext cx="266700" cy="252408"/>
          </a:xfrm>
          <a:prstGeom prst="rect">
            <a:avLst/>
          </a:prstGeom>
        </p:spPr>
      </p:pic>
      <p:sp>
        <p:nvSpPr>
          <p:cNvPr id="43" name="Text 25"/>
          <p:cNvSpPr txBox="1"/>
          <p:nvPr/>
        </p:nvSpPr>
        <p:spPr>
          <a:xfrm>
            <a:off x="6526997" y="4770535"/>
            <a:ext cx="175320" cy="1963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4" name="Text 26"/>
          <p:cNvSpPr txBox="1"/>
          <p:nvPr/>
        </p:nvSpPr>
        <p:spPr>
          <a:xfrm>
            <a:off x="6797567" y="4720828"/>
            <a:ext cx="4533900" cy="3315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Common gap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All show distance only — need weighted Distance (40%) + Queue (30%) + Battery (30%)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10350" y="5285386"/>
            <a:ext cx="4895850" cy="50481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46" name="Text 27"/>
          <p:cNvSpPr txBox="1"/>
          <p:nvPr/>
        </p:nvSpPr>
        <p:spPr>
          <a:xfrm>
            <a:off x="6702317" y="5384545"/>
            <a:ext cx="4629150" cy="30649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Bef>
                <a:spcPts val="9021"/>
              </a:spcBef>
              <a:buNone/>
            </a:pPr>
            <a:r>
              <a:rPr lang="en-US" sz="9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Excel solves exact gap for all CPOs: pure formula MVP before investing in APIs.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1003102"/>
            <a:ext cx="6024564" cy="933450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045" y="2177949"/>
            <a:ext cx="5503486" cy="4108551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" name="Text 0"/>
          <p:cNvSpPr txBox="1"/>
          <p:nvPr/>
        </p:nvSpPr>
        <p:spPr>
          <a:xfrm>
            <a:off x="533400" y="309563"/>
            <a:ext cx="11125200" cy="433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450" b="1" kern="0" spc="-34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2. BUSINESS BACKGROUND</a:t>
            </a:r>
            <a:endParaRPr lang="en-US" sz="3450" dirty="0">
              <a:latin typeface="Arial Rounded MT Bold" panose="020F0704030504030204" pitchFamily="34" charset="0"/>
            </a:endParaRPr>
          </a:p>
        </p:txBody>
      </p:sp>
      <p:sp>
        <p:nvSpPr>
          <p:cNvPr id="4" name="Text 1"/>
          <p:cNvSpPr txBox="1"/>
          <p:nvPr/>
        </p:nvSpPr>
        <p:spPr>
          <a:xfrm>
            <a:off x="704850" y="1155502"/>
            <a:ext cx="2612231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1,548+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704850" y="1498402"/>
            <a:ext cx="2612231" cy="2857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Stations in raw dataset • 12K+ nationally • State spread 28 states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3774281" y="1155502"/>
            <a:ext cx="2612231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170% YoY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774281" y="1498402"/>
            <a:ext cx="2612231" cy="2857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 adoption surge, but 68% cite range anxiety #1 barrier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1000125" y="2310258"/>
            <a:ext cx="3819525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b="1" kern="0" spc="-2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CURRENT DRIVER JOURNEY = BROKEN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2612827"/>
            <a:ext cx="1444526" cy="32385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57250" y="2708077"/>
            <a:ext cx="121592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 Low Battery (20%)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2263676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1326" y="2612827"/>
            <a:ext cx="1033462" cy="32385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2625626" y="2708077"/>
            <a:ext cx="804863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🗺️ Open Maps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3620988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8638" y="2612827"/>
            <a:ext cx="1256109" cy="32385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982938" y="2708077"/>
            <a:ext cx="1027509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 See 10 stations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2"/>
          <p:cNvSpPr txBox="1"/>
          <p:nvPr/>
        </p:nvSpPr>
        <p:spPr>
          <a:xfrm>
            <a:off x="5200948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3"/>
          <p:cNvSpPr txBox="1"/>
          <p:nvPr/>
        </p:nvSpPr>
        <p:spPr>
          <a:xfrm>
            <a:off x="857250" y="3108127"/>
            <a:ext cx="2706142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❓ Which one? No queue / no battery-on-arrival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4"/>
          <p:cNvSpPr txBox="1"/>
          <p:nvPr/>
        </p:nvSpPr>
        <p:spPr>
          <a:xfrm>
            <a:off x="783580" y="3874889"/>
            <a:ext cx="216545" cy="21431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1123950" y="3822502"/>
            <a:ext cx="5243513" cy="68460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dataset — Karnataka focused, Mangalore demo: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EVRawDataset lat/long validated, EVCleanedDataset adds Distance via Haversine 6371*ACOS(), Queue = MOD(ROW*7,10), Battery Arrival = MAX(0,70 - Dist/300*100). MyLat 12.9090 • MyLong 74.8359 • MyCity Named Range.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10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29412" y="885825"/>
            <a:ext cx="5367337" cy="5662611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1738" y="4714875"/>
            <a:ext cx="4624388" cy="162401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1" name="Text 16"/>
          <p:cNvSpPr txBox="1"/>
          <p:nvPr/>
        </p:nvSpPr>
        <p:spPr>
          <a:xfrm>
            <a:off x="7043738" y="4805363"/>
            <a:ext cx="1876723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MANGALORE • LIVE DEMO CITY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56515" y="4807744"/>
            <a:ext cx="887760" cy="252413"/>
          </a:xfrm>
          <a:prstGeom prst="rect">
            <a:avLst/>
          </a:prstGeom>
        </p:spPr>
      </p:pic>
      <p:sp>
        <p:nvSpPr>
          <p:cNvPr id="33" name="Text 17"/>
          <p:cNvSpPr txBox="1"/>
          <p:nvPr/>
        </p:nvSpPr>
        <p:spPr>
          <a:xfrm>
            <a:off x="10551765" y="4864894"/>
            <a:ext cx="69726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12.9N, 74.8E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4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43738" y="5138738"/>
            <a:ext cx="1382613" cy="1004887"/>
          </a:xfrm>
          <a:prstGeom prst="rect">
            <a:avLst/>
          </a:prstGeom>
        </p:spPr>
      </p:pic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48513" y="5224463"/>
            <a:ext cx="1173063" cy="357188"/>
          </a:xfrm>
          <a:prstGeom prst="rect">
            <a:avLst/>
          </a:prstGeom>
        </p:spPr>
      </p:pic>
      <p:sp>
        <p:nvSpPr>
          <p:cNvPr id="36" name="Text 18"/>
          <p:cNvSpPr txBox="1"/>
          <p:nvPr/>
        </p:nvSpPr>
        <p:spPr>
          <a:xfrm>
            <a:off x="7253288" y="5329238"/>
            <a:ext cx="963513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Mescom Surathkal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7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8513" y="5600700"/>
            <a:ext cx="1173063" cy="457200"/>
          </a:xfrm>
          <a:prstGeom prst="rect">
            <a:avLst/>
          </a:prstGeom>
        </p:spPr>
      </p:pic>
      <p:sp>
        <p:nvSpPr>
          <p:cNvPr id="38" name="Text 19"/>
          <p:cNvSpPr txBox="1"/>
          <p:nvPr/>
        </p:nvSpPr>
        <p:spPr>
          <a:xfrm>
            <a:off x="7253288" y="5705475"/>
            <a:ext cx="963513" cy="2667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Nearest 11.4 km Score 89.68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02551" y="5138738"/>
            <a:ext cx="1382762" cy="1004887"/>
          </a:xfrm>
          <a:prstGeom prst="rect">
            <a:avLst/>
          </a:prstGeom>
        </p:spPr>
      </p:pic>
      <p:pic>
        <p:nvPicPr>
          <p:cNvPr id="4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07326" y="5224463"/>
            <a:ext cx="1173212" cy="357188"/>
          </a:xfrm>
          <a:prstGeom prst="rect">
            <a:avLst/>
          </a:prstGeom>
        </p:spPr>
      </p:pic>
      <p:sp>
        <p:nvSpPr>
          <p:cNvPr id="41" name="Text 20"/>
          <p:cNvSpPr txBox="1"/>
          <p:nvPr/>
        </p:nvSpPr>
        <p:spPr>
          <a:xfrm>
            <a:off x="8712101" y="5329238"/>
            <a:ext cx="963662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70% Battery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07326" y="5600700"/>
            <a:ext cx="1173212" cy="314325"/>
          </a:xfrm>
          <a:prstGeom prst="rect">
            <a:avLst/>
          </a:prstGeom>
        </p:spPr>
      </p:pic>
      <p:sp>
        <p:nvSpPr>
          <p:cNvPr id="43" name="Text 21"/>
          <p:cNvSpPr txBox="1"/>
          <p:nvPr/>
        </p:nvSpPr>
        <p:spPr>
          <a:xfrm>
            <a:off x="8712101" y="5705475"/>
            <a:ext cx="96366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Dash + Phone sync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61513" y="5138738"/>
            <a:ext cx="1382762" cy="1004887"/>
          </a:xfrm>
          <a:prstGeom prst="rect">
            <a:avLst/>
          </a:prstGeom>
        </p:spPr>
      </p:pic>
      <p:pic>
        <p:nvPicPr>
          <p:cNvPr id="45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6288" y="5224463"/>
            <a:ext cx="1173212" cy="357188"/>
          </a:xfrm>
          <a:prstGeom prst="rect">
            <a:avLst/>
          </a:prstGeom>
        </p:spPr>
      </p:pic>
      <p:sp>
        <p:nvSpPr>
          <p:cNvPr id="46" name="Text 22"/>
          <p:cNvSpPr txBox="1"/>
          <p:nvPr/>
        </p:nvSpPr>
        <p:spPr>
          <a:xfrm>
            <a:off x="10171063" y="5329238"/>
            <a:ext cx="963662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1.4 vehicles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7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66288" y="5600700"/>
            <a:ext cx="1173212" cy="314325"/>
          </a:xfrm>
          <a:prstGeom prst="rect">
            <a:avLst/>
          </a:prstGeom>
        </p:spPr>
      </p:pic>
      <p:sp>
        <p:nvSpPr>
          <p:cNvPr id="48" name="Text 23"/>
          <p:cNvSpPr txBox="1"/>
          <p:nvPr/>
        </p:nvSpPr>
        <p:spPr>
          <a:xfrm>
            <a:off x="10171063" y="5705475"/>
            <a:ext cx="96366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Avg queue Top5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1" descr="preencoded.png">
            <a:extLst>
              <a:ext uri="{FF2B5EF4-FFF2-40B4-BE49-F238E27FC236}">
                <a16:creationId xmlns:a16="http://schemas.microsoft.com/office/drawing/2014/main" id="{A676810D-BC2D-1010-68CA-3706A5B37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121" y="2535957"/>
            <a:ext cx="3207990" cy="1716137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" name="Text 0"/>
          <p:cNvSpPr txBox="1"/>
          <p:nvPr/>
        </p:nvSpPr>
        <p:spPr>
          <a:xfrm>
            <a:off x="533400" y="457200"/>
            <a:ext cx="11125200" cy="61912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3. BUSINESS PROBLEM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89472"/>
            <a:ext cx="3102322" cy="29051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66750" y="1565672"/>
            <a:ext cx="2835622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83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CORE PROBLEM • NO PERSONALIZED RANKING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33400" y="1922859"/>
            <a:ext cx="5905500" cy="4533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Existing apps show distance only. Drivers must mentally fuse distance + queue + battery-on-arrival — and they guess wrong.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535957"/>
            <a:ext cx="3158608" cy="16897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7" name="Text 3"/>
          <p:cNvSpPr txBox="1"/>
          <p:nvPr/>
        </p:nvSpPr>
        <p:spPr>
          <a:xfrm>
            <a:off x="723900" y="27000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900" b="1" kern="0" spc="4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SCENARIO • WHAT USER SEES TODAY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723900" y="29286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STATION A • 2 KM AWAY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23900" y="3138190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2.0 km ✓ nearest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23900" y="3337173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8 vehicles — hidden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23900" y="3536156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on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68% — not shown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3820864"/>
            <a:ext cx="1004887" cy="2333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9625" y="3868489"/>
            <a:ext cx="83343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⚠ Wrong choice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5" name="Text 9"/>
          <p:cNvSpPr txBox="1"/>
          <p:nvPr/>
        </p:nvSpPr>
        <p:spPr>
          <a:xfrm>
            <a:off x="4065240" y="27000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900" b="1" kern="0" spc="4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OPTIMAL • WHAT OUR ENGINE FINDS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6" name="Text 10"/>
          <p:cNvSpPr txBox="1"/>
          <p:nvPr/>
        </p:nvSpPr>
        <p:spPr>
          <a:xfrm>
            <a:off x="4065240" y="29286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STATION B • 5 KM AWAY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4065240" y="3138190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5.0 km but still reachable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4065240" y="3337173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0 vehicles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4065240" y="3536156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on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63%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5240" y="3820864"/>
            <a:ext cx="1067544" cy="23336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50965" y="3868489"/>
            <a:ext cx="89609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 Best Score 87.3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533400" y="4362450"/>
            <a:ext cx="6553200" cy="742950"/>
          </a:xfrm>
          <a:prstGeom prst="roundRect">
            <a:avLst>
              <a:gd name="adj" fmla="val 23077"/>
            </a:avLst>
          </a:prstGeom>
          <a:solidFill>
            <a:srgbClr val="22101A"/>
          </a:solidFill>
          <a:ln/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" y="4578548"/>
            <a:ext cx="304800" cy="3048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74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850" y="4578548"/>
            <a:ext cx="304800" cy="3048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155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6850" y="4578548"/>
            <a:ext cx="304800" cy="3048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536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⏱️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9" name="Text 19"/>
          <p:cNvSpPr txBox="1"/>
          <p:nvPr/>
        </p:nvSpPr>
        <p:spPr>
          <a:xfrm>
            <a:off x="1905000" y="4492377"/>
            <a:ext cx="5006280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TECHNICAL GAP → MUST FUSE 3 SIGNALS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0"/>
          <p:cNvSpPr txBox="1"/>
          <p:nvPr/>
        </p:nvSpPr>
        <p:spPr>
          <a:xfrm>
            <a:off x="1905000" y="4644777"/>
            <a:ext cx="500628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Impact: wrong choice = stranded, 45 min extra wait, battery depletion. Operator impact: congestion imbalance.</a:t>
            </a:r>
            <a:endParaRPr lang="en-US" sz="97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1" name="Image 8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292280" y="895350"/>
            <a:ext cx="4366171" cy="5143500"/>
          </a:xfrm>
          <a:prstGeom prst="rect">
            <a:avLst/>
          </a:prstGeom>
        </p:spPr>
      </p:pic>
      <p:pic>
        <p:nvPicPr>
          <p:cNvPr id="3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5149" y="5072062"/>
            <a:ext cx="4099471" cy="752475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7635179" y="5151239"/>
            <a:ext cx="381372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REAL USER JOURNEY — MANGALORE DEMO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2"/>
          <p:cNvSpPr txBox="1"/>
          <p:nvPr/>
        </p:nvSpPr>
        <p:spPr>
          <a:xfrm>
            <a:off x="7635180" y="5386387"/>
            <a:ext cx="3813721" cy="3429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Bef>
                <a:spcPts val="150"/>
              </a:spcBef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LOW BATTERY → OPEN MAPS → SEE 10 STATIONS → WHICH ONE? NO CONTEXT.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4F3CFD02-1DE0-9264-04E4-2DF0E1937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112" y="1168300"/>
            <a:ext cx="3033476" cy="4513957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6285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36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4. WHY EXISTING </a:t>
            </a:r>
            <a:r>
              <a:rPr lang="en-US" sz="3600" b="1" kern="0" spc="-3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SOLUTIONS FAIL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862905"/>
            <a:ext cx="11125200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kern="0" spc="11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GOOGLE MAPS SHOWS DISTANCE ONLY — NO QUEUE, NO BATTERY-ON-ARRIVAL, NO PERSONALIZED SCORE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181993"/>
            <a:ext cx="2584252" cy="45139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23900" y="1415355"/>
            <a:ext cx="85486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GOOGLE MAPS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5607" y="1372493"/>
            <a:ext cx="451545" cy="2571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580382" y="1448693"/>
            <a:ext cx="24199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E1E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LOW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704850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3900" y="1877318"/>
            <a:ext cx="220325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23900" y="2010668"/>
            <a:ext cx="2203252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 only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23900" y="2301627"/>
            <a:ext cx="220325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723900" y="2434977"/>
            <a:ext cx="2203252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queue, no battery, no reachability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2874020"/>
            <a:ext cx="190500" cy="1905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78371" y="289857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990600" y="2874020"/>
            <a:ext cx="193655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Cannot fuse Battery % + Queue + Distance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252639"/>
            <a:ext cx="190500" cy="1905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8371" y="3277195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990600" y="3252639"/>
            <a:ext cx="193655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MAX(0, Battery - Distance/Range)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002" y="1181993"/>
            <a:ext cx="2584400" cy="451395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441502" y="1415355"/>
            <a:ext cx="102378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TATA POWER APP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9761" y="1372493"/>
            <a:ext cx="655141" cy="257175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94536" y="1448693"/>
            <a:ext cx="44559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F0C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MEDIUM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3419475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3441502" y="1877318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7"/>
          <p:cNvSpPr txBox="1"/>
          <p:nvPr/>
        </p:nvSpPr>
        <p:spPr>
          <a:xfrm>
            <a:off x="3441502" y="2010668"/>
            <a:ext cx="22034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Availability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8"/>
          <p:cNvSpPr txBox="1"/>
          <p:nvPr/>
        </p:nvSpPr>
        <p:spPr>
          <a:xfrm>
            <a:off x="3441502" y="2301627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9"/>
          <p:cNvSpPr txBox="1"/>
          <p:nvPr/>
        </p:nvSpPr>
        <p:spPr>
          <a:xfrm>
            <a:off x="3441502" y="2434977"/>
            <a:ext cx="220340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personalized score, no battery arrival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02" y="2874020"/>
            <a:ext cx="190500" cy="19050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3520976" y="2898577"/>
            <a:ext cx="101501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1"/>
          <p:cNvSpPr txBox="1"/>
          <p:nvPr/>
        </p:nvSpPr>
        <p:spPr>
          <a:xfrm>
            <a:off x="3708202" y="2874020"/>
            <a:ext cx="167714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Static list, same for all users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02" y="3121670"/>
            <a:ext cx="190500" cy="1905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3495973" y="314622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3"/>
          <p:cNvSpPr txBox="1"/>
          <p:nvPr/>
        </p:nvSpPr>
        <p:spPr>
          <a:xfrm>
            <a:off x="3708202" y="3121670"/>
            <a:ext cx="1593652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weighted MCDM scoring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52" y="1181993"/>
            <a:ext cx="2584400" cy="4513957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159252" y="1415355"/>
            <a:ext cx="676721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STATIQ APP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07511" y="1372493"/>
            <a:ext cx="655141" cy="25717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812286" y="1448693"/>
            <a:ext cx="44559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F0C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MEDIUM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8" name="Shape 26"/>
          <p:cNvSpPr/>
          <p:nvPr/>
        </p:nvSpPr>
        <p:spPr>
          <a:xfrm>
            <a:off x="6143625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39" name="Text 27"/>
          <p:cNvSpPr txBox="1"/>
          <p:nvPr/>
        </p:nvSpPr>
        <p:spPr>
          <a:xfrm>
            <a:off x="6159252" y="1877318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0" name="Text 28"/>
          <p:cNvSpPr txBox="1"/>
          <p:nvPr/>
        </p:nvSpPr>
        <p:spPr>
          <a:xfrm>
            <a:off x="6159252" y="2010668"/>
            <a:ext cx="22034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Real-time status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9"/>
          <p:cNvSpPr txBox="1"/>
          <p:nvPr/>
        </p:nvSpPr>
        <p:spPr>
          <a:xfrm>
            <a:off x="6159252" y="2301627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2" name="Text 30"/>
          <p:cNvSpPr txBox="1"/>
          <p:nvPr/>
        </p:nvSpPr>
        <p:spPr>
          <a:xfrm>
            <a:off x="6159252" y="2434977"/>
            <a:ext cx="220340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Ignores user's battery range, no Score&gt;50 flag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252" y="2874020"/>
            <a:ext cx="190500" cy="190500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6238726" y="2898577"/>
            <a:ext cx="101501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45" name="Text 32"/>
          <p:cNvSpPr txBox="1"/>
          <p:nvPr/>
        </p:nvSpPr>
        <p:spPr>
          <a:xfrm>
            <a:off x="6425952" y="2874020"/>
            <a:ext cx="172596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Haversine + Battery fusion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252" y="3121670"/>
            <a:ext cx="190500" cy="190500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213723" y="314622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48" name="Text 34"/>
          <p:cNvSpPr txBox="1"/>
          <p:nvPr/>
        </p:nvSpPr>
        <p:spPr>
          <a:xfrm>
            <a:off x="6425952" y="3121670"/>
            <a:ext cx="19367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LARGE() + INDEX-MATCH Top5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50" name="Text 35"/>
          <p:cNvSpPr txBox="1"/>
          <p:nvPr/>
        </p:nvSpPr>
        <p:spPr>
          <a:xfrm>
            <a:off x="8877002" y="1405830"/>
            <a:ext cx="1241227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OUR EXCEL SOLUTION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6435" y="1372493"/>
            <a:ext cx="461516" cy="238125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1101685" y="1439168"/>
            <a:ext cx="27101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HIGH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3" name="Shape 37"/>
          <p:cNvSpPr/>
          <p:nvPr/>
        </p:nvSpPr>
        <p:spPr>
          <a:xfrm>
            <a:off x="8858250" y="1685925"/>
            <a:ext cx="2590800" cy="19050"/>
          </a:xfrm>
          <a:prstGeom prst="roundRect">
            <a:avLst>
              <a:gd name="adj" fmla="val 100000"/>
            </a:avLst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4" name="Text 38"/>
          <p:cNvSpPr txBox="1"/>
          <p:nvPr/>
        </p:nvSpPr>
        <p:spPr>
          <a:xfrm>
            <a:off x="8877002" y="1858268"/>
            <a:ext cx="259094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5" name="Text 39"/>
          <p:cNvSpPr txBox="1"/>
          <p:nvPr/>
        </p:nvSpPr>
        <p:spPr>
          <a:xfrm>
            <a:off x="8877002" y="1991618"/>
            <a:ext cx="2590949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 + Queue + Battery + Reachability + Score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56" name="Text 40"/>
          <p:cNvSpPr txBox="1"/>
          <p:nvPr/>
        </p:nvSpPr>
        <p:spPr>
          <a:xfrm>
            <a:off x="8877002" y="2449711"/>
            <a:ext cx="259094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LOGIC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7" name="Text 41"/>
          <p:cNvSpPr txBox="1"/>
          <p:nvPr/>
        </p:nvSpPr>
        <p:spPr>
          <a:xfrm>
            <a:off x="8877002" y="2583061"/>
            <a:ext cx="2590949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Weighted MCDM: 0.4 Dist + 0.3 Queue + 0.3 Battery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77002" y="3022104"/>
            <a:ext cx="190500" cy="190500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936385" y="3046661"/>
            <a:ext cx="121593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0" name="Text 43"/>
          <p:cNvSpPr txBox="1"/>
          <p:nvPr/>
        </p:nvSpPr>
        <p:spPr>
          <a:xfrm>
            <a:off x="9143702" y="3022104"/>
            <a:ext cx="2324249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((1-D/Max)*0.4 + (1-Q/Max)*0.3 + Batt/100*0.3)*100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61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77002" y="3400723"/>
            <a:ext cx="190500" cy="190500"/>
          </a:xfrm>
          <a:prstGeom prst="rect">
            <a:avLst/>
          </a:prstGeom>
        </p:spPr>
      </p:pic>
      <p:sp>
        <p:nvSpPr>
          <p:cNvPr id="62" name="Text 44"/>
          <p:cNvSpPr txBox="1"/>
          <p:nvPr/>
        </p:nvSpPr>
        <p:spPr>
          <a:xfrm>
            <a:off x="8936385" y="3425279"/>
            <a:ext cx="121593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3" name="Text 45"/>
          <p:cNvSpPr txBox="1"/>
          <p:nvPr/>
        </p:nvSpPr>
        <p:spPr>
          <a:xfrm>
            <a:off x="9143702" y="3400723"/>
            <a:ext cx="2324249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= IF(Score&gt;50, Yes, No) + LARGE() ranking &lt;1 sec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6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5848350"/>
            <a:ext cx="11125200" cy="590550"/>
          </a:xfrm>
          <a:prstGeom prst="rect">
            <a:avLst/>
          </a:prstGeom>
        </p:spPr>
      </p:pic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3900" y="5981700"/>
            <a:ext cx="323850" cy="323850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09476" y="6048375"/>
            <a:ext cx="238274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⊘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67" name="Text 47"/>
          <p:cNvSpPr txBox="1"/>
          <p:nvPr/>
        </p:nvSpPr>
        <p:spPr>
          <a:xfrm>
            <a:off x="1143000" y="5988844"/>
            <a:ext cx="3073301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reachability check — Existing apps don't predict BatteryOnArrival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68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651" y="5981700"/>
            <a:ext cx="323850" cy="323850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4465439" y="6048375"/>
            <a:ext cx="208062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◐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70" name="Text 49"/>
          <p:cNvSpPr txBox="1"/>
          <p:nvPr/>
        </p:nvSpPr>
        <p:spPr>
          <a:xfrm>
            <a:off x="4768751" y="5988844"/>
            <a:ext cx="3073450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weighted scoring — 2km with 8 queue vs 5km with 0 queue?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71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5550" y="5981700"/>
            <a:ext cx="323850" cy="323850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8042374" y="6048375"/>
            <a:ext cx="257026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73" name="Text 51"/>
          <p:cNvSpPr txBox="1"/>
          <p:nvPr/>
        </p:nvSpPr>
        <p:spPr>
          <a:xfrm>
            <a:off x="8394650" y="5988844"/>
            <a:ext cx="3073301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fix: AVERAGEIF city → Haversine → Battery → Score → Top5 live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976E64DE-F697-B728-D0B3-BCFA164C1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3829645"/>
            <a:ext cx="5476875" cy="2568029"/>
          </a:xfrm>
          <a:prstGeom prst="rect">
            <a:avLst/>
          </a:prstGeom>
        </p:spPr>
      </p:pic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4BB4750-E914-1210-003C-2E5C800EC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723" y="1150441"/>
            <a:ext cx="5476875" cy="2568029"/>
          </a:xfrm>
          <a:prstGeom prst="rect">
            <a:avLst/>
          </a:prstGeom>
        </p:spPr>
      </p:pic>
      <p:pic>
        <p:nvPicPr>
          <p:cNvPr id="36" name="Image 0" descr="preencoded.png">
            <a:extLst>
              <a:ext uri="{FF2B5EF4-FFF2-40B4-BE49-F238E27FC236}">
                <a16:creationId xmlns:a16="http://schemas.microsoft.com/office/drawing/2014/main" id="{0BCFC1B7-6343-7169-92CE-F5F9ACA22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724" y="3804195"/>
            <a:ext cx="5476875" cy="2568029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48717"/>
            <a:ext cx="4143375" cy="5112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kern="0" spc="-81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5. BUSINESS </a:t>
            </a:r>
            <a:r>
              <a:rPr lang="en-US" sz="4050" b="1" kern="0" spc="-8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IMPACT</a:t>
            </a:r>
            <a:endParaRPr lang="en-US" sz="405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50441"/>
            <a:ext cx="5476875" cy="2568029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940" y="1379041"/>
            <a:ext cx="814685" cy="27622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052715" y="1464766"/>
            <a:ext cx="60513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4"/>
          <p:cNvSpPr txBox="1"/>
          <p:nvPr/>
        </p:nvSpPr>
        <p:spPr>
          <a:xfrm>
            <a:off x="781050" y="2483346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60% ↓ TIME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81050" y="2946202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10 min → 2 min decision.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Personalized Top 5 removes manual scan of 10+ stations. 0% stranded cases with Reachable flag.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781050" y="3353693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KPI: Search time measured via battery 70% vs 20% demo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3697" y="1379041"/>
            <a:ext cx="1117253" cy="27622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398472" y="1464766"/>
            <a:ext cx="907703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OPERATOR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9"/>
          <p:cNvSpPr txBox="1"/>
          <p:nvPr/>
        </p:nvSpPr>
        <p:spPr>
          <a:xfrm>
            <a:off x="6429375" y="2483346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25% LOAD ↑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6429375" y="2946202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Better load balancing.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Queue-aware scoring avoids overloading 2km station with 8 vehicles queue — diverts to 5km zero-queue.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1"/>
          <p:cNvSpPr txBox="1"/>
          <p:nvPr/>
        </p:nvSpPr>
        <p:spPr>
          <a:xfrm>
            <a:off x="6429375" y="3353693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 = MOD(ROW()*7,10) simulates live congestion 0-9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8859" y="4118521"/>
            <a:ext cx="1083766" cy="276225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4783634" y="4204246"/>
            <a:ext cx="87421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BUSINESS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781050" y="5222825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$2.5M OPPORTUNITY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781050" y="5685681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Higher CSAT + repeat usage.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Per CPO revenue lift via reduced churn and optimized utilization of underused stations.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6"/>
          <p:cNvSpPr txBox="1"/>
          <p:nvPr/>
        </p:nvSpPr>
        <p:spPr>
          <a:xfrm>
            <a:off x="781050" y="6093172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State-wise count + CityLevelMinimumDistance flags expansion needs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1699" y="4118521"/>
            <a:ext cx="1149251" cy="276225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10366474" y="4118522"/>
            <a:ext cx="939701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SUSTAINABILITY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19"/>
          <p:cNvSpPr txBox="1"/>
          <p:nvPr/>
        </p:nvSpPr>
        <p:spPr>
          <a:xfrm>
            <a:off x="6429375" y="5222825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0.8 KWH SAVED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34" name="Text 20"/>
          <p:cNvSpPr txBox="1"/>
          <p:nvPr/>
        </p:nvSpPr>
        <p:spPr>
          <a:xfrm>
            <a:off x="6429375" y="5685681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Per trip optimized routing.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Battery-on-arrival = MAX(0, Battery - Distance/Range*100) prevents wasted km.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6429375" y="6093172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25.0% reachable at 70% battery vs 24.4% at 20% — distance &amp; queue dominate the score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8" name="Graphic 37" descr="Leaf">
            <a:extLst>
              <a:ext uri="{FF2B5EF4-FFF2-40B4-BE49-F238E27FC236}">
                <a16:creationId xmlns:a16="http://schemas.microsoft.com/office/drawing/2014/main" id="{1E6073E5-7968-33A5-A02E-24BD06F7A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85588" y="3981608"/>
            <a:ext cx="464326" cy="464326"/>
          </a:xfrm>
          <a:prstGeom prst="rect">
            <a:avLst/>
          </a:prstGeom>
        </p:spPr>
      </p:pic>
      <p:pic>
        <p:nvPicPr>
          <p:cNvPr id="39" name="Image 5" descr="preencoded.png">
            <a:extLst>
              <a:ext uri="{FF2B5EF4-FFF2-40B4-BE49-F238E27FC236}">
                <a16:creationId xmlns:a16="http://schemas.microsoft.com/office/drawing/2014/main" id="{A71354E8-A549-4579-6EFA-E0B2FDD99B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3697" y="4051848"/>
            <a:ext cx="1117253" cy="227258"/>
          </a:xfrm>
          <a:prstGeom prst="rect">
            <a:avLst/>
          </a:prstGeom>
        </p:spPr>
      </p:pic>
      <p:pic>
        <p:nvPicPr>
          <p:cNvPr id="30" name="Graphic 29" descr="Empty battery">
            <a:extLst>
              <a:ext uri="{FF2B5EF4-FFF2-40B4-BE49-F238E27FC236}">
                <a16:creationId xmlns:a16="http://schemas.microsoft.com/office/drawing/2014/main" id="{08223601-3750-AD3E-CBD3-EDCD8043F1D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1300" y="1330709"/>
            <a:ext cx="515764" cy="515764"/>
          </a:xfrm>
          <a:prstGeom prst="rect">
            <a:avLst/>
          </a:prstGeom>
        </p:spPr>
      </p:pic>
      <p:pic>
        <p:nvPicPr>
          <p:cNvPr id="41" name="Graphic 40" descr="Upward trend">
            <a:extLst>
              <a:ext uri="{FF2B5EF4-FFF2-40B4-BE49-F238E27FC236}">
                <a16:creationId xmlns:a16="http://schemas.microsoft.com/office/drawing/2014/main" id="{64C71BB6-482B-85D7-2982-C7C28A613CD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5825" y="3949154"/>
            <a:ext cx="445592" cy="445592"/>
          </a:xfrm>
          <a:prstGeom prst="rect">
            <a:avLst/>
          </a:prstGeom>
        </p:spPr>
      </p:pic>
      <p:pic>
        <p:nvPicPr>
          <p:cNvPr id="43" name="Graphic 42" descr="User">
            <a:extLst>
              <a:ext uri="{FF2B5EF4-FFF2-40B4-BE49-F238E27FC236}">
                <a16:creationId xmlns:a16="http://schemas.microsoft.com/office/drawing/2014/main" id="{9743DF8C-1F5D-E696-EE9A-0390DC66B11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85825" y="1464766"/>
            <a:ext cx="408310" cy="4083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7C283142-79B8-5262-BB2D-9BD96E1A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2851" y="3076203"/>
            <a:ext cx="3365749" cy="3362697"/>
          </a:xfrm>
          <a:prstGeom prst="rect">
            <a:avLst/>
          </a:prstGeom>
        </p:spPr>
      </p:pic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6C388E-D9EC-B6D0-A8C9-36E4B71C1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907" y="3028578"/>
            <a:ext cx="3864042" cy="341032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3400" y="881063"/>
            <a:ext cx="11125200" cy="49336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900" b="1" kern="0" spc="-78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6. PROBLEM </a:t>
            </a:r>
            <a:r>
              <a:rPr lang="en-US" sz="3900" b="1" kern="0" spc="-7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STATEMENT</a:t>
            </a:r>
            <a:endParaRPr lang="en-US" sz="39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545878"/>
            <a:ext cx="11125200" cy="1264741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14475" y="1784003"/>
            <a:ext cx="9867900" cy="78849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70"/>
              </a:lnSpc>
              <a:buNone/>
            </a:pPr>
            <a:r>
              <a:rPr lang="en-US" sz="1800" kern="0" spc="-1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BUILD AN EXCEL-BASED CHARGING RECOMMENDATION DASHBOARD THAT RECOMMENDS OPTIMAL CHARGING STATION USING BATTERY LEVEL, QUEUE LENGTH, AND DISTANCE FOR EV DRIVERS IN INDIA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2982069"/>
            <a:ext cx="3434953" cy="345683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95350" y="3182094"/>
            <a:ext cx="28634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INPUT — USER CONTEXT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3213050"/>
            <a:ext cx="76200" cy="762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42950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14" name="Text 7"/>
          <p:cNvSpPr txBox="1"/>
          <p:nvPr/>
        </p:nvSpPr>
        <p:spPr>
          <a:xfrm>
            <a:off x="742950" y="3424982"/>
            <a:ext cx="3015853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WHAT DRIVER GIVES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1253877" y="3701207"/>
            <a:ext cx="2504926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MyCity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Data Validation dropdown — Mangalore + 24 cities (G7 list fixed)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1253877" y="4092625"/>
            <a:ext cx="2504926" cy="53518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MyLat / MyLong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AVERAGEIF(City=MyCity, Lat/Long) — 12.9090, 74.8359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1253877" y="4709509"/>
            <a:ext cx="2504926" cy="50946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MyBattery + Range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Named Ranges — 70%, VehicleRangeKm 300km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1"/>
          <p:cNvSpPr txBox="1"/>
          <p:nvPr/>
        </p:nvSpPr>
        <p:spPr>
          <a:xfrm>
            <a:off x="4482703" y="3182094"/>
            <a:ext cx="337884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PROCESS — 3 SIGNAL FUSION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0303" y="3213050"/>
            <a:ext cx="76200" cy="762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33875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3"/>
          <p:cNvSpPr txBox="1"/>
          <p:nvPr/>
        </p:nvSpPr>
        <p:spPr>
          <a:xfrm>
            <a:off x="4330303" y="3424982"/>
            <a:ext cx="3531245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MCDM WEIGHTED ENGINE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4508004" y="3701207"/>
            <a:ext cx="2235696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Haversine 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6371*ACOS(...) in 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5"/>
          <p:cNvSpPr txBox="1"/>
          <p:nvPr/>
        </p:nvSpPr>
        <p:spPr>
          <a:xfrm>
            <a:off x="4508004" y="3884786"/>
            <a:ext cx="2512368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MAX(0, Battery - Dist/Range*100)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0303" y="4178350"/>
            <a:ext cx="3531245" cy="449461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553" y="4254550"/>
            <a:ext cx="3340745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0.4*(1-Dist/MaxDist) + 0.3*(1-Queue/MaxQ) + 0.3*(BattArr/100) *100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7"/>
          <p:cNvSpPr txBox="1"/>
          <p:nvPr/>
        </p:nvSpPr>
        <p:spPr>
          <a:xfrm>
            <a:off x="4330303" y="4751636"/>
            <a:ext cx="3531245" cy="3048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 = MOD(ROW()*7,10) simulated 0-9 • Reachable = IF(Score&gt;50, Yes, No)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9" name="Text 18"/>
          <p:cNvSpPr txBox="1"/>
          <p:nvPr/>
        </p:nvSpPr>
        <p:spPr>
          <a:xfrm>
            <a:off x="8585448" y="3182094"/>
            <a:ext cx="28634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OUTPUT — DECISION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3048" y="3213050"/>
            <a:ext cx="76200" cy="762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429625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32" name="Text 20"/>
          <p:cNvSpPr txBox="1"/>
          <p:nvPr/>
        </p:nvSpPr>
        <p:spPr>
          <a:xfrm>
            <a:off x="8433048" y="3424982"/>
            <a:ext cx="3015853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TOP 5 RANKED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1"/>
          <p:cNvSpPr txBox="1"/>
          <p:nvPr/>
        </p:nvSpPr>
        <p:spPr>
          <a:xfrm>
            <a:off x="8505825" y="3715494"/>
            <a:ext cx="2525464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Top 5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LARGE(Score,k) + INDEX-MATCH name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4" name="Text 22"/>
          <p:cNvSpPr txBox="1"/>
          <p:nvPr/>
        </p:nvSpPr>
        <p:spPr>
          <a:xfrm>
            <a:off x="8520095" y="3951360"/>
            <a:ext cx="2213372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Reachable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Count Yes vs No — Pie chart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3"/>
          <p:cNvSpPr txBox="1"/>
          <p:nvPr/>
        </p:nvSpPr>
        <p:spPr>
          <a:xfrm>
            <a:off x="8598379" y="4154984"/>
            <a:ext cx="2363688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Latency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&lt;1 sec for 1117 rows, no VBA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6" name="Text 24"/>
          <p:cNvSpPr txBox="1"/>
          <p:nvPr/>
        </p:nvSpPr>
        <p:spPr>
          <a:xfrm>
            <a:off x="8433048" y="4412159"/>
            <a:ext cx="3015853" cy="3048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Output directly feeds Dashboard KPIs: COUNTA, COUNTIF(State), COUNTIF(Reachable)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7" name="Graphic 36" descr="Bar chart">
            <a:extLst>
              <a:ext uri="{FF2B5EF4-FFF2-40B4-BE49-F238E27FC236}">
                <a16:creationId xmlns:a16="http://schemas.microsoft.com/office/drawing/2014/main" id="{3469064F-0D66-2FB3-0A17-0DED281B064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9124" y="1817341"/>
            <a:ext cx="743991" cy="74399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Image 3" descr="preencoded.png">
            <a:extLst>
              <a:ext uri="{FF2B5EF4-FFF2-40B4-BE49-F238E27FC236}">
                <a16:creationId xmlns:a16="http://schemas.microsoft.com/office/drawing/2014/main" id="{8AC774EA-2767-CF2A-FEB3-52346511B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10" y="3786336"/>
            <a:ext cx="4278065" cy="2538264"/>
          </a:xfrm>
          <a:prstGeom prst="rect">
            <a:avLst/>
          </a:prstGeom>
        </p:spPr>
      </p:pic>
      <p:pic>
        <p:nvPicPr>
          <p:cNvPr id="57" name="Image 3" descr="preencoded.png">
            <a:extLst>
              <a:ext uri="{FF2B5EF4-FFF2-40B4-BE49-F238E27FC236}">
                <a16:creationId xmlns:a16="http://schemas.microsoft.com/office/drawing/2014/main" id="{B1B51E85-3537-8E50-66A8-74D7C3584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813" y="3484811"/>
            <a:ext cx="4044926" cy="2997249"/>
          </a:xfrm>
          <a:prstGeom prst="rect">
            <a:avLst/>
          </a:prstGeom>
        </p:spPr>
      </p:pic>
      <p:pic>
        <p:nvPicPr>
          <p:cNvPr id="56" name="Image 3" descr="preencoded.png">
            <a:extLst>
              <a:ext uri="{FF2B5EF4-FFF2-40B4-BE49-F238E27FC236}">
                <a16:creationId xmlns:a16="http://schemas.microsoft.com/office/drawing/2014/main" id="{E8FA26CC-30EF-5DD9-B70D-15EEE6E08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855" y="1077516"/>
            <a:ext cx="4044926" cy="2295674"/>
          </a:xfrm>
          <a:prstGeom prst="rect">
            <a:avLst/>
          </a:prstGeom>
        </p:spPr>
      </p:pic>
      <p:pic>
        <p:nvPicPr>
          <p:cNvPr id="55" name="Image 3" descr="preencoded.png">
            <a:extLst>
              <a:ext uri="{FF2B5EF4-FFF2-40B4-BE49-F238E27FC236}">
                <a16:creationId xmlns:a16="http://schemas.microsoft.com/office/drawing/2014/main" id="{0FA48A51-AC75-AA2A-ABDC-DFDB6156B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10" y="1077516"/>
            <a:ext cx="4251349" cy="2538264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504379"/>
            <a:ext cx="5168503" cy="4936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900" b="1" kern="0" spc="-78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7. BUSINESS </a:t>
            </a:r>
            <a:r>
              <a:rPr lang="en-US" sz="3900" b="1" kern="0" spc="-7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OBJECTIVES</a:t>
            </a:r>
            <a:endParaRPr lang="en-US" sz="3900" dirty="0">
              <a:latin typeface="Arial Rounded MT Bold" panose="020F0704030504030204" pitchFamily="34" charset="0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79041"/>
            <a:ext cx="1349127" cy="25717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7250" y="1455241"/>
            <a:ext cx="11586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PRIMARY • RANKING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762000" y="1750516"/>
            <a:ext cx="2977753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RECOMMEND TOP 5 IN &lt;1 SEC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63800"/>
            <a:ext cx="3962400" cy="51911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85825" y="2168575"/>
            <a:ext cx="2730103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=LARGE(Score, k) + INDEX-MATCH Name</a:t>
            </a:r>
            <a:endParaRPr lang="en-US" sz="938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 • Pure Excel Table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697212"/>
            <a:ext cx="247650" cy="24765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61120" y="2753469"/>
            <a:ext cx="139005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1104900" y="2706737"/>
            <a:ext cx="2634853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Offline Excel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works on Excel 2016+ with Named Ranges MyCity, MyBattery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120479"/>
            <a:ext cx="247650" cy="24765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51743" y="3176736"/>
            <a:ext cx="14838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1104900" y="3130004"/>
            <a:ext cx="2634853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City dropdown G7 Data Validation → AVERAGEIF lat/long auto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674" y="4025354"/>
            <a:ext cx="1702445" cy="257175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868786" y="4074839"/>
            <a:ext cx="151194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SECONDARY • PREDICTION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9" name="Text 10"/>
          <p:cNvSpPr txBox="1"/>
          <p:nvPr/>
        </p:nvSpPr>
        <p:spPr>
          <a:xfrm>
            <a:off x="803674" y="4396829"/>
            <a:ext cx="2977902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BATTERY ON ARRIVAL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674" y="4710113"/>
            <a:ext cx="3947442" cy="519113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878459" y="4816822"/>
            <a:ext cx="2730252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EstimatedBatteryOnArrival</a:t>
            </a:r>
            <a:endParaRPr lang="en-US" sz="938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=MAX(0, MyBattery - Distance/Range*100)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3674" y="5343525"/>
            <a:ext cx="247650" cy="24765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868786" y="5429399"/>
            <a:ext cx="15344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3"/>
          <p:cNvSpPr txBox="1"/>
          <p:nvPr/>
        </p:nvSpPr>
        <p:spPr>
          <a:xfrm>
            <a:off x="1146574" y="5353050"/>
            <a:ext cx="2635002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Linear depletion model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prevents stranded trips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3674" y="5766792"/>
            <a:ext cx="247650" cy="24765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888877" y="5799683"/>
            <a:ext cx="171450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1146574" y="5776317"/>
            <a:ext cx="2635002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Example: 70% → 11.4km /300km → 66.2% left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0237" y="1393627"/>
            <a:ext cx="1169938" cy="257175"/>
          </a:xfrm>
          <a:prstGeom prst="rect">
            <a:avLst/>
          </a:prstGeom>
        </p:spPr>
      </p:pic>
      <p:sp>
        <p:nvSpPr>
          <p:cNvPr id="30" name="Text 16"/>
          <p:cNvSpPr txBox="1"/>
          <p:nvPr/>
        </p:nvSpPr>
        <p:spPr>
          <a:xfrm>
            <a:off x="8415487" y="1469827"/>
            <a:ext cx="97943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TERTIARY • FLAG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1" name="Text 17"/>
          <p:cNvSpPr txBox="1"/>
          <p:nvPr/>
        </p:nvSpPr>
        <p:spPr>
          <a:xfrm>
            <a:off x="8320237" y="1765102"/>
            <a:ext cx="3492996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REACHABILITY FLAG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18"/>
          <p:cNvSpPr txBox="1"/>
          <p:nvPr/>
        </p:nvSpPr>
        <p:spPr>
          <a:xfrm>
            <a:off x="8558362" y="2183161"/>
            <a:ext cx="2178695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=IF(Score&gt;50, "Yes", "No")</a:t>
            </a:r>
            <a:endParaRPr lang="en-US" sz="938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0.4D + 0.3Q + 0.3B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6855" y="2697212"/>
            <a:ext cx="247650" cy="247650"/>
          </a:xfrm>
          <a:prstGeom prst="rect">
            <a:avLst/>
          </a:prstGeom>
        </p:spPr>
      </p:pic>
      <p:sp>
        <p:nvSpPr>
          <p:cNvPr id="35" name="Text 19"/>
          <p:cNvSpPr txBox="1"/>
          <p:nvPr/>
        </p:nvSpPr>
        <p:spPr>
          <a:xfrm>
            <a:off x="8021538" y="2753469"/>
            <a:ext cx="15344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6" name="Text 20"/>
          <p:cNvSpPr txBox="1"/>
          <p:nvPr/>
        </p:nvSpPr>
        <p:spPr>
          <a:xfrm>
            <a:off x="8663137" y="2721323"/>
            <a:ext cx="3150096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Drives KPIs: COUNTIF(Reachable=Yes) = 279 @70%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sp>
        <p:nvSpPr>
          <p:cNvPr id="38" name="Text 21"/>
          <p:cNvSpPr txBox="1"/>
          <p:nvPr/>
        </p:nvSpPr>
        <p:spPr>
          <a:xfrm>
            <a:off x="8320237" y="3630365"/>
            <a:ext cx="3492996" cy="1809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b="1" kern="0" spc="-2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SUCCESS CRITERIA ✓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35479" y="3990530"/>
            <a:ext cx="1698873" cy="6691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0" name="Text 22"/>
          <p:cNvSpPr txBox="1"/>
          <p:nvPr/>
        </p:nvSpPr>
        <p:spPr>
          <a:xfrm>
            <a:off x="8444062" y="4068515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100%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3"/>
          <p:cNvSpPr txBox="1"/>
          <p:nvPr/>
        </p:nvSpPr>
        <p:spPr>
          <a:xfrm>
            <a:off x="8444062" y="4278065"/>
            <a:ext cx="1451223" cy="2500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Formula accuracy across 1117 rows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29602" y="3990530"/>
            <a:ext cx="1698873" cy="6691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3" name="Text 24"/>
          <p:cNvSpPr txBox="1"/>
          <p:nvPr/>
        </p:nvSpPr>
        <p:spPr>
          <a:xfrm>
            <a:off x="10238185" y="4068515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&lt;1s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4" name="Text 25"/>
          <p:cNvSpPr txBox="1"/>
          <p:nvPr/>
        </p:nvSpPr>
        <p:spPr>
          <a:xfrm>
            <a:off x="10238185" y="4278065"/>
            <a:ext cx="1451223" cy="12501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Recalc latency 0.3 sec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35479" y="4754912"/>
            <a:ext cx="1698873" cy="6691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6" name="Text 26"/>
          <p:cNvSpPr txBox="1"/>
          <p:nvPr/>
        </p:nvSpPr>
        <p:spPr>
          <a:xfrm>
            <a:off x="8444062" y="4832897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70%→20%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7" name="Text 27"/>
          <p:cNvSpPr txBox="1"/>
          <p:nvPr/>
        </p:nvSpPr>
        <p:spPr>
          <a:xfrm>
            <a:off x="8444062" y="5042447"/>
            <a:ext cx="1451223" cy="12501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Instant ranking shift demo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8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29602" y="4754912"/>
            <a:ext cx="1698873" cy="6691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9" name="Text 28"/>
          <p:cNvSpPr txBox="1"/>
          <p:nvPr/>
        </p:nvSpPr>
        <p:spPr>
          <a:xfrm>
            <a:off x="10238185" y="4832897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25.0%→24.4%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50" name="Text 29"/>
          <p:cNvSpPr txBox="1"/>
          <p:nvPr/>
        </p:nvSpPr>
        <p:spPr>
          <a:xfrm>
            <a:off x="10238185" y="5042447"/>
            <a:ext cx="1451223" cy="2500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barely shifts (queue/distance dominate)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35479" y="5511553"/>
            <a:ext cx="3577754" cy="669131"/>
          </a:xfrm>
          <a:prstGeom prst="rect">
            <a:avLst/>
          </a:prstGeom>
        </p:spPr>
      </p:pic>
      <p:sp>
        <p:nvSpPr>
          <p:cNvPr id="52" name="Text 30"/>
          <p:cNvSpPr txBox="1"/>
          <p:nvPr/>
        </p:nvSpPr>
        <p:spPr>
          <a:xfrm>
            <a:off x="8453587" y="5625853"/>
            <a:ext cx="3226296" cy="4774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Live test: Change MyBattery 70 → 20 in Dashboard! G11 — Top 5 stays the same, Mescom Surathkal stays #1, Reachable only shifts 279→273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Image 3" descr="preencoded.png">
            <a:extLst>
              <a:ext uri="{FF2B5EF4-FFF2-40B4-BE49-F238E27FC236}">
                <a16:creationId xmlns:a16="http://schemas.microsoft.com/office/drawing/2014/main" id="{D5C974FA-E317-3F91-5407-59D3A8D2D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1802" y="3727550"/>
            <a:ext cx="3680221" cy="2543324"/>
          </a:xfrm>
          <a:prstGeom prst="rect">
            <a:avLst/>
          </a:prstGeom>
        </p:spPr>
      </p:pic>
      <p:pic>
        <p:nvPicPr>
          <p:cNvPr id="59" name="Image 3" descr="preencoded.png">
            <a:extLst>
              <a:ext uri="{FF2B5EF4-FFF2-40B4-BE49-F238E27FC236}">
                <a16:creationId xmlns:a16="http://schemas.microsoft.com/office/drawing/2014/main" id="{50429FFE-E8A6-A3AD-8460-273373D31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971" y="3727550"/>
            <a:ext cx="3680221" cy="2543324"/>
          </a:xfrm>
          <a:prstGeom prst="rect">
            <a:avLst/>
          </a:prstGeom>
        </p:spPr>
      </p:pic>
      <p:pic>
        <p:nvPicPr>
          <p:cNvPr id="57" name="Image 3" descr="preencoded.png">
            <a:extLst>
              <a:ext uri="{FF2B5EF4-FFF2-40B4-BE49-F238E27FC236}">
                <a16:creationId xmlns:a16="http://schemas.microsoft.com/office/drawing/2014/main" id="{93B37347-8712-9FB3-9D42-BFC68E2C8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634" y="3737968"/>
            <a:ext cx="3680221" cy="2543324"/>
          </a:xfrm>
          <a:prstGeom prst="rect">
            <a:avLst/>
          </a:prstGeom>
        </p:spPr>
      </p:pic>
      <p:pic>
        <p:nvPicPr>
          <p:cNvPr id="56" name="Image 3" descr="preencoded.png">
            <a:extLst>
              <a:ext uri="{FF2B5EF4-FFF2-40B4-BE49-F238E27FC236}">
                <a16:creationId xmlns:a16="http://schemas.microsoft.com/office/drawing/2014/main" id="{5154EAD2-321F-6993-C0AC-C604644AE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971" y="1149176"/>
            <a:ext cx="3680221" cy="2508425"/>
          </a:xfrm>
          <a:prstGeom prst="rect">
            <a:avLst/>
          </a:prstGeom>
        </p:spPr>
      </p:pic>
      <p:pic>
        <p:nvPicPr>
          <p:cNvPr id="55" name="Image 3" descr="preencoded.png">
            <a:extLst>
              <a:ext uri="{FF2B5EF4-FFF2-40B4-BE49-F238E27FC236}">
                <a16:creationId xmlns:a16="http://schemas.microsoft.com/office/drawing/2014/main" id="{218F0EDA-EDDC-0CF4-43A4-A3BB0997F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050" y="1114277"/>
            <a:ext cx="3680221" cy="2543324"/>
          </a:xfrm>
          <a:prstGeom prst="rect">
            <a:avLst/>
          </a:prstGeom>
        </p:spPr>
      </p:pic>
      <p:pic>
        <p:nvPicPr>
          <p:cNvPr id="54" name="Image 3" descr="preencoded.png">
            <a:extLst>
              <a:ext uri="{FF2B5EF4-FFF2-40B4-BE49-F238E27FC236}">
                <a16:creationId xmlns:a16="http://schemas.microsoft.com/office/drawing/2014/main" id="{D5A06549-2B71-9149-9B12-9B814FC88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634" y="1114277"/>
            <a:ext cx="3680221" cy="2543324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36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8. FUNCTIONAL </a:t>
            </a:r>
            <a:r>
              <a:rPr lang="en-US" sz="3600" b="1" kern="0" spc="-3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REQUIREMENTS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878086"/>
            <a:ext cx="1112520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EXCEL-ONLY, NO VBA • DATA VALIDATION + NAMED RANGES + EXCEL TABLE — WORKS OFFLINE ON EXCEL 2016+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723900" y="1406723"/>
            <a:ext cx="32861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FR1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153" y="1373386"/>
            <a:ext cx="978247" cy="2571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84178" y="1449586"/>
            <a:ext cx="682972" cy="123825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DROPDOWN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403" y="1449586"/>
            <a:ext cx="104775" cy="9525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2390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CITY DROPDOWN WITH VALIDATION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2390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Mangalore + 24 cities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 G7 list. Fixed typo Trivandram → Trivandrum. Used for AVERAGEIF lat/long.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093690"/>
            <a:ext cx="3238500" cy="26952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0962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G7 Data Validation = List: "Mangalore, Bangalore, Goa..."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4" name="Text 7"/>
          <p:cNvSpPr txBox="1"/>
          <p:nvPr/>
        </p:nvSpPr>
        <p:spPr>
          <a:xfrm>
            <a:off x="4476750" y="1406723"/>
            <a:ext cx="365522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FR2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6208" y="1373386"/>
            <a:ext cx="909042" cy="25717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01458" y="1449586"/>
            <a:ext cx="71854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AUTO-FETCH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9"/>
          <p:cNvSpPr txBox="1"/>
          <p:nvPr/>
        </p:nvSpPr>
        <p:spPr>
          <a:xfrm>
            <a:off x="447675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LATITUDE / LONGITUDE AUTO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447675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AVERAGEIF(City=MyCity, Lat)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pulls 12.9090 / 74.8359. No manual typing.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6750" y="3093690"/>
            <a:ext cx="3238500" cy="269528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456247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=AVERAGEIF(EVCleanedDataset[City],MyCity,Latitude)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2"/>
          <p:cNvSpPr txBox="1"/>
          <p:nvPr/>
        </p:nvSpPr>
        <p:spPr>
          <a:xfrm>
            <a:off x="8229600" y="1406723"/>
            <a:ext cx="365522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FR3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4603" y="1373386"/>
            <a:ext cx="1073497" cy="257175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10489853" y="1449586"/>
            <a:ext cx="88299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NAMED RANGES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822960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BATTERY &amp; RANGE INPUT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822960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MyBattery=70, VehicleRangeKm=300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as Names. Changing 70→20 triggers instant recalc.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093690"/>
            <a:ext cx="3238500" cy="26952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831532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Names: MyBattery Dashboard!G11, VehicleRangeKm G12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0" name="Text 17"/>
          <p:cNvSpPr txBox="1"/>
          <p:nvPr/>
        </p:nvSpPr>
        <p:spPr>
          <a:xfrm>
            <a:off x="723900" y="3891855"/>
            <a:ext cx="368498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FR4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68712" y="3858518"/>
            <a:ext cx="693688" cy="257175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3363962" y="3934718"/>
            <a:ext cx="50318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RANKING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19"/>
          <p:cNvSpPr txBox="1"/>
          <p:nvPr/>
        </p:nvSpPr>
        <p:spPr>
          <a:xfrm>
            <a:off x="72390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TOP 5 RECOMMENDATION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34" name="Text 20"/>
          <p:cNvSpPr txBox="1"/>
          <p:nvPr/>
        </p:nvSpPr>
        <p:spPr>
          <a:xfrm>
            <a:off x="723900" y="4437162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LARGE(Score,k) + INDEX-MATCH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returns name, battery arrival, queue, distance, score.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5442645"/>
            <a:ext cx="3238500" cy="405705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809625" y="5509320"/>
            <a:ext cx="3067050" cy="27235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711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=INDEX(A:A,MATCH(LARGE(K:K,I7),K:K,0)) Score 89.68 Mescom Surathkal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22"/>
          <p:cNvSpPr txBox="1"/>
          <p:nvPr/>
        </p:nvSpPr>
        <p:spPr>
          <a:xfrm>
            <a:off x="4476750" y="3891855"/>
            <a:ext cx="365224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FR5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7509" y="3858518"/>
            <a:ext cx="737741" cy="257175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7072759" y="3934718"/>
            <a:ext cx="54724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 LIVE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41" name="Text 24"/>
          <p:cNvSpPr txBox="1"/>
          <p:nvPr/>
        </p:nvSpPr>
        <p:spPr>
          <a:xfrm>
            <a:off x="447675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KPIS — COUNTS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42" name="Text 25"/>
          <p:cNvSpPr txBox="1"/>
          <p:nvPr/>
        </p:nvSpPr>
        <p:spPr>
          <a:xfrm>
            <a:off x="4476750" y="4437162"/>
            <a:ext cx="3238500" cy="48220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Total=COUNTA, State=COUNTIF, Reachable=COUNTIF(Yes)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. 1117 total, 279 reachable @70%.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43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750" y="5578822"/>
            <a:ext cx="3238500" cy="269528"/>
          </a:xfrm>
          <a:prstGeom prst="rect">
            <a:avLst/>
          </a:prstGeom>
        </p:spPr>
      </p:pic>
      <p:sp>
        <p:nvSpPr>
          <p:cNvPr id="44" name="Text 26"/>
          <p:cNvSpPr txBox="1"/>
          <p:nvPr/>
        </p:nvSpPr>
        <p:spPr>
          <a:xfrm>
            <a:off x="4562475" y="5645497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18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=COUNTIF(EVCleanedDataset[Reachable],"Yes") → 25.0%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46" name="Text 27"/>
          <p:cNvSpPr txBox="1"/>
          <p:nvPr/>
        </p:nvSpPr>
        <p:spPr>
          <a:xfrm>
            <a:off x="8229600" y="3891855"/>
            <a:ext cx="370284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FR6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33050" y="3858518"/>
            <a:ext cx="635050" cy="257175"/>
          </a:xfrm>
          <a:prstGeom prst="rect">
            <a:avLst/>
          </a:prstGeom>
        </p:spPr>
      </p:pic>
      <p:sp>
        <p:nvSpPr>
          <p:cNvPr id="48" name="Text 28"/>
          <p:cNvSpPr txBox="1"/>
          <p:nvPr/>
        </p:nvSpPr>
        <p:spPr>
          <a:xfrm>
            <a:off x="10928300" y="3934718"/>
            <a:ext cx="44455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CHARTS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9" name="Text 29"/>
          <p:cNvSpPr txBox="1"/>
          <p:nvPr/>
        </p:nvSpPr>
        <p:spPr>
          <a:xfrm>
            <a:off x="822960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VISUALS — PIE + BAR + GAUGE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50" name="Text 30"/>
          <p:cNvSpPr txBox="1"/>
          <p:nvPr/>
        </p:nvSpPr>
        <p:spPr>
          <a:xfrm>
            <a:off x="8229600" y="4437162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Pie 25.0/75.0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Top5 Distance Bar (3.7-91.4 km), Top5 Score Bar 76-90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5578822"/>
            <a:ext cx="3238500" cy="269528"/>
          </a:xfrm>
          <a:prstGeom prst="rect">
            <a:avLst/>
          </a:prstGeom>
        </p:spPr>
      </p:pic>
      <p:sp>
        <p:nvSpPr>
          <p:cNvPr id="52" name="Text 31"/>
          <p:cNvSpPr txBox="1"/>
          <p:nvPr/>
        </p:nvSpPr>
        <p:spPr>
          <a:xfrm>
            <a:off x="8315325" y="5645497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Conditional Format: Score&gt;80 Green 50-80 Yellow &lt;50 Red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53" name="Text 32"/>
          <p:cNvSpPr txBox="1"/>
          <p:nvPr/>
        </p:nvSpPr>
        <p:spPr>
          <a:xfrm>
            <a:off x="895350" y="6236494"/>
            <a:ext cx="107632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endParaRPr lang="en-US" sz="975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All formulas pure Excel — no VBA, offline, &lt;1 sec for 1117 rows. Handbook Sec 3: Appropriate tech, not trendy.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3BDC08D5-5D82-9D9E-42FF-A3D6B25FF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030486"/>
            <a:ext cx="5543550" cy="5408414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3600"/>
              </a:lnSpc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9. </a:t>
            </a:r>
            <a:r>
              <a:rPr lang="en-US" sz="36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Non-Functional Requirements &amp; Data Required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030486"/>
            <a:ext cx="5467350" cy="54084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23950" y="1323380"/>
            <a:ext cx="46291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16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⚙</a:t>
            </a: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POINT 10 — NON-FUNCTIONAL REQUIREMENTS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781050" y="1659136"/>
            <a:ext cx="49720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kern="0" spc="-2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EXCEL MVP MUST BE FAST, PURE &amp; RELIABLE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2021086"/>
            <a:ext cx="4972050" cy="7490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3925" y="214491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PERFORMANCE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2033867" y="2154436"/>
            <a:ext cx="3576358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 sec for 1117 rows.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Structured references EVCleanedDataset[Name] + volatile-free Haversine. Current recalc 0.3 sec.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865388"/>
            <a:ext cx="4972050" cy="5819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925" y="2989213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1895475" y="2998738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VBA, pure formulas.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Works on Excel 2016+ • Named Ranges MyCity, MyBattery for noobs.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542556"/>
            <a:ext cx="4972050" cy="5819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23925" y="366638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SCALABILITY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1895475" y="3675906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Handles 2000 stations.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Excel Table auto-expands • Data Validation list up to 25 cities.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4219724"/>
            <a:ext cx="4972050" cy="58191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23925" y="4343549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RELIABILITY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1895475" y="4353074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Error handling IFERROR.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</a:t>
            </a: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=IFERROR(INDEX(...), Not Found)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AVERAGEIF returns blank if city missing.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5900738"/>
            <a:ext cx="1053703" cy="30956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04875" y="5986463"/>
            <a:ext cx="8060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 0.3s recalc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9053" y="5900738"/>
            <a:ext cx="839539" cy="309563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072878" y="5986463"/>
            <a:ext cx="591889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🧩 No VBA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2893" y="5900738"/>
            <a:ext cx="1226493" cy="309563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3026718" y="5986463"/>
            <a:ext cx="97884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📈 2000 rows OK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6781800" y="1323380"/>
            <a:ext cx="46291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16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◍</a:t>
            </a: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POINT 11 — DATA REQUIRED • 3 LAYERS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6438900" y="1659136"/>
            <a:ext cx="49720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kern="0" spc="-2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FROM RAW 1548 → CLEANED SCORING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sp>
        <p:nvSpPr>
          <p:cNvPr id="29" name="Text 17"/>
          <p:cNvSpPr txBox="1"/>
          <p:nvPr/>
        </p:nvSpPr>
        <p:spPr>
          <a:xfrm>
            <a:off x="7691717" y="2154436"/>
            <a:ext cx="357635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1" name="Text 18"/>
          <p:cNvSpPr txBox="1"/>
          <p:nvPr/>
        </p:nvSpPr>
        <p:spPr>
          <a:xfrm>
            <a:off x="6581774" y="2059186"/>
            <a:ext cx="4972049" cy="376535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900" y="5900738"/>
            <a:ext cx="1715691" cy="309563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6562725" y="5986463"/>
            <a:ext cx="146804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 12.9N 74.8E Mangalore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1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68891" y="5900738"/>
            <a:ext cx="1362968" cy="309563"/>
          </a:xfrm>
          <a:prstGeom prst="rect">
            <a:avLst/>
          </a:prstGeom>
        </p:spPr>
      </p:pic>
      <p:sp>
        <p:nvSpPr>
          <p:cNvPr id="42" name="Text 25"/>
          <p:cNvSpPr txBox="1"/>
          <p:nvPr/>
        </p:nvSpPr>
        <p:spPr>
          <a:xfrm>
            <a:off x="8392716" y="5986463"/>
            <a:ext cx="111531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 70% → 20% test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D1DF2C33-B114-E5BD-C503-B111110D08C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1275" y="1887736"/>
            <a:ext cx="5419725" cy="39368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preencoded.png">
            <a:extLst>
              <a:ext uri="{FF2B5EF4-FFF2-40B4-BE49-F238E27FC236}">
                <a16:creationId xmlns:a16="http://schemas.microsoft.com/office/drawing/2014/main" id="{B7D39A01-5C33-A51D-F90E-38347E122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533" y="1236179"/>
            <a:ext cx="3125092" cy="1652426"/>
          </a:xfrm>
          <a:prstGeom prst="rect">
            <a:avLst/>
          </a:prstGeom>
        </p:spPr>
      </p:pic>
      <p:pic>
        <p:nvPicPr>
          <p:cNvPr id="3" name="Image 3" descr="preencoded.png">
            <a:extLst>
              <a:ext uri="{FF2B5EF4-FFF2-40B4-BE49-F238E27FC236}">
                <a16:creationId xmlns:a16="http://schemas.microsoft.com/office/drawing/2014/main" id="{00730463-6934-DDF8-EE8D-122147479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181" y="3074045"/>
            <a:ext cx="3114524" cy="1670447"/>
          </a:xfrm>
          <a:prstGeom prst="rect">
            <a:avLst/>
          </a:prstGeom>
        </p:spPr>
      </p:pic>
      <p:pic>
        <p:nvPicPr>
          <p:cNvPr id="46" name="Image 1" descr="preencoded.png">
            <a:extLst>
              <a:ext uri="{FF2B5EF4-FFF2-40B4-BE49-F238E27FC236}">
                <a16:creationId xmlns:a16="http://schemas.microsoft.com/office/drawing/2014/main" id="{5DEC35BB-D11B-8D2E-63F1-2B5C60F2E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0680" y="3079105"/>
            <a:ext cx="3104257" cy="1670447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3234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450" b="1" kern="0" spc="-34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10. TECH STACK — </a:t>
            </a:r>
            <a:r>
              <a:rPr lang="en-US" sz="3450" b="1" kern="0" spc="-34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WHY EXCEL?</a:t>
            </a:r>
            <a:endParaRPr lang="en-US" sz="34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256258"/>
            <a:ext cx="3104257" cy="16704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04850" y="1446758"/>
            <a:ext cx="276135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STRUCTURED REFERENCES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704850" y="1646783"/>
            <a:ext cx="2761357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EXCEL TABLES + NAMED RANGES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70966" y="1875383"/>
            <a:ext cx="269524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EVCleanedDataset[Name]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table auto-expands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76958" y="2118910"/>
            <a:ext cx="1995487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MyCity G7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MyLat MyLong via AVERAGEIF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82835" y="2362436"/>
            <a:ext cx="2605385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MyBattery G11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VehicleRangeKm G12 dynamic calc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3" name="Text 8"/>
          <p:cNvSpPr txBox="1"/>
          <p:nvPr/>
        </p:nvSpPr>
        <p:spPr>
          <a:xfrm>
            <a:off x="3942457" y="1446758"/>
            <a:ext cx="276150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CORE FORMULAS — ENGINE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3942457" y="1646783"/>
            <a:ext cx="276150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HAVERSINE + MCDM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050953" y="1875383"/>
            <a:ext cx="265301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 </a:t>
            </a: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6371*ACOS(...)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 I5:I1121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050953" y="2074218"/>
            <a:ext cx="265301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CityMin: </a:t>
            </a: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MINIFS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+ IsFirstCity COUNTIF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4050953" y="2273052"/>
            <a:ext cx="265301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Score: Weighted 0.4/0.3/0.3 + LARGE + INDEX-MATCH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704850" y="3250555"/>
            <a:ext cx="276135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UX WITHOUT CODE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704850" y="3450580"/>
            <a:ext cx="2761357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VALIDATION + FORMATTING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782836" y="3679180"/>
            <a:ext cx="268337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Data Validation List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25 cities fixed Trivandram typo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782836" y="4038749"/>
            <a:ext cx="2683371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Conditional: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Score &gt;80 Green, 50-80 Yellow, &lt;50 Red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782836" y="4360218"/>
            <a:ext cx="2683371" cy="1988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MAX(0, Batt - Dist/Range*100)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3942457" y="3250555"/>
            <a:ext cx="276150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VISUALIZATION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3942457" y="3450580"/>
            <a:ext cx="276150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CHARTS • DASHBOARD REQ #20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4407098" y="3679180"/>
            <a:ext cx="2296864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COUNTA total, COUNTIF state, COUNTIF reachable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327327" y="4038749"/>
            <a:ext cx="2376636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Pie: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Reachable vs Non (25.0% vs 75.0% @70%)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9" name="Text 22"/>
          <p:cNvSpPr txBox="1"/>
          <p:nvPr/>
        </p:nvSpPr>
        <p:spPr>
          <a:xfrm>
            <a:off x="4346377" y="4398318"/>
            <a:ext cx="2357586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Bar: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Top5 Distance + Score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5913" y="1256258"/>
            <a:ext cx="4592538" cy="51826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065912" y="1257300"/>
            <a:ext cx="4592687" cy="504825"/>
          </a:xfrm>
          <a:prstGeom prst="rect">
            <a:avLst/>
          </a:prstGeom>
          <a:solidFill>
            <a:srgbClr val="000066"/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7256413" y="1440061"/>
            <a:ext cx="1093440" cy="17517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80"/>
              </a:lnSpc>
              <a:buNone/>
            </a:pPr>
            <a:r>
              <a:rPr lang="en-US" sz="1200" b="1" kern="0" spc="-18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ARCHITECTURE FLOW</a:t>
            </a:r>
            <a:endParaRPr lang="en-US" sz="12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6946" y="1408658"/>
            <a:ext cx="901005" cy="23812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0662196" y="1475333"/>
            <a:ext cx="71050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CHAIN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7086600" y="1781175"/>
            <a:ext cx="4552950" cy="3800475"/>
          </a:xfrm>
          <a:prstGeom prst="rect">
            <a:avLst/>
          </a:prstGeom>
          <a:solidFill>
            <a:srgbClr val="FFF8F8"/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36" name="Image 7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55357" y="1780133"/>
            <a:ext cx="4407993" cy="3782467"/>
          </a:xfrm>
          <a:prstGeom prst="rect">
            <a:avLst/>
          </a:prstGeom>
        </p:spPr>
      </p:pic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4963" y="5581650"/>
            <a:ext cx="4554438" cy="838200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7363" y="5715000"/>
            <a:ext cx="1565672" cy="257175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42138" y="5791200"/>
            <a:ext cx="135612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Input: City, Battery, Range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79235" y="5715000"/>
            <a:ext cx="1095077" cy="257175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8984010" y="5791200"/>
            <a:ext cx="8855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Named Ranges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7363" y="6048375"/>
            <a:ext cx="1715691" cy="25717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342138" y="6124575"/>
            <a:ext cx="150614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Distance + Battery + Score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29254" y="6048375"/>
            <a:ext cx="1406723" cy="257175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9134029" y="6124575"/>
            <a:ext cx="1197173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Top5 + KPIs + Charts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00050"/>
            <a:ext cx="10538012" cy="87987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11. KPIS — </a:t>
            </a:r>
            <a:r>
              <a:rPr lang="en-US" sz="3600" b="1" kern="0" spc="-72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HOW WE MEASURE SUCCESS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13272"/>
            <a:ext cx="11125200" cy="46208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4850" y="1571179"/>
            <a:ext cx="27813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3790950" y="1571179"/>
            <a:ext cx="34671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FORMULA IN EXCEL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562850" y="1571179"/>
            <a:ext cx="14097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TARGET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277350" y="1571179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CURRENT IN EXCEL @70%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" y="1851422"/>
            <a:ext cx="11087100" cy="8326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750" y="2203103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Reachable Stations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3790950" y="2203252"/>
            <a:ext cx="34671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=COUNTIF(Reachable="Yes") / COUNTA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7562850" y="2203252"/>
            <a:ext cx="347067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&gt;60%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9277350" y="2040582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25.0%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279 / 1117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9277350" y="2231082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Barely shifts to 24.4% @20% — distance/queue dominate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2684115"/>
            <a:ext cx="11087100" cy="8326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47750" y="3035796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Avg Distance Top 5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3790950" y="3035945"/>
            <a:ext cx="2670274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=AVERAGE(Distance Top5) via INDEX-MATCH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4"/>
          <p:cNvSpPr txBox="1"/>
          <p:nvPr/>
        </p:nvSpPr>
        <p:spPr>
          <a:xfrm>
            <a:off x="7562850" y="3035945"/>
            <a:ext cx="429369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&lt;15 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9277350" y="2943969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29.9 km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Mangalore 3.7–91.4 km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6"/>
          <p:cNvSpPr txBox="1"/>
          <p:nvPr/>
        </p:nvSpPr>
        <p:spPr>
          <a:xfrm>
            <a:off x="9277350" y="3134469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Mescom Surathkal 11.4 km #1 Score 89.68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" y="3516809"/>
            <a:ext cx="11087100" cy="8326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47750" y="3868489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Avg Queue Top 5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8"/>
          <p:cNvSpPr txBox="1"/>
          <p:nvPr/>
        </p:nvSpPr>
        <p:spPr>
          <a:xfrm>
            <a:off x="3790950" y="3868638"/>
            <a:ext cx="3223766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=AVERAGE(Queue Top5) • Queue=MOD(ROW*7,10) 0-9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9"/>
          <p:cNvSpPr txBox="1"/>
          <p:nvPr/>
        </p:nvSpPr>
        <p:spPr>
          <a:xfrm>
            <a:off x="7562850" y="3868638"/>
            <a:ext cx="39781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&lt;3 veh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20"/>
          <p:cNvSpPr txBox="1"/>
          <p:nvPr/>
        </p:nvSpPr>
        <p:spPr>
          <a:xfrm>
            <a:off x="9277350" y="3705969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1.4 veh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Low congestion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9277350" y="3896469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Avoids Station A 8 queue hidden in other apps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4349502"/>
            <a:ext cx="11087100" cy="8326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47750" y="4701183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Recommendation Latency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3"/>
          <p:cNvSpPr txBox="1"/>
          <p:nvPr/>
        </p:nvSpPr>
        <p:spPr>
          <a:xfrm>
            <a:off x="3790950" y="4701332"/>
            <a:ext cx="2933551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Recalc time • Structured refs EVCleanedDataset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1" name="Text 24"/>
          <p:cNvSpPr txBox="1"/>
          <p:nvPr/>
        </p:nvSpPr>
        <p:spPr>
          <a:xfrm>
            <a:off x="7562850" y="4701332"/>
            <a:ext cx="371177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 sec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2" name="Text 25"/>
          <p:cNvSpPr txBox="1"/>
          <p:nvPr/>
        </p:nvSpPr>
        <p:spPr>
          <a:xfrm>
            <a:off x="9277350" y="4609356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0.3 sec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Tables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6"/>
          <p:cNvSpPr txBox="1"/>
          <p:nvPr/>
        </p:nvSpPr>
        <p:spPr>
          <a:xfrm>
            <a:off x="9277350" y="4799856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VBA, Excel 2016+ compatible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" y="5182195"/>
            <a:ext cx="11087100" cy="83284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047750" y="5534025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📊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Score Distribution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6" name="Text 28"/>
          <p:cNvSpPr txBox="1"/>
          <p:nvPr/>
        </p:nvSpPr>
        <p:spPr>
          <a:xfrm>
            <a:off x="3790950" y="5534025"/>
            <a:ext cx="309145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Histogram • Score&gt;80 Green 50-80 Yellow &lt;50 Red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7" name="Text 29"/>
          <p:cNvSpPr txBox="1"/>
          <p:nvPr/>
        </p:nvSpPr>
        <p:spPr>
          <a:xfrm>
            <a:off x="7562850" y="5534025"/>
            <a:ext cx="447526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Normal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30"/>
          <p:cNvSpPr txBox="1"/>
          <p:nvPr/>
        </p:nvSpPr>
        <p:spPr>
          <a:xfrm>
            <a:off x="9277350" y="5361980"/>
            <a:ext cx="2209800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Validated </a:t>
            </a:r>
            <a:r>
              <a:rPr lang="en-US" sz="750" b="1" kern="0" spc="45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 Format ✓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9" name="Text 31"/>
          <p:cNvSpPr txBox="1"/>
          <p:nvPr/>
        </p:nvSpPr>
        <p:spPr>
          <a:xfrm>
            <a:off x="9277350" y="5571530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Pie: 25.0% Reachable / 75.0% Non • Top5 Score 76–90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6167438"/>
            <a:ext cx="4512766" cy="290513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81050" y="6243638"/>
            <a:ext cx="4141291" cy="11370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Success = 100% formula accuracy • LARGE() ranking, no ties, IFERROR handling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6274594"/>
            <a:ext cx="76200" cy="762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57225" y="627697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0466" y="6167438"/>
            <a:ext cx="3431530" cy="290513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478889" y="6235024"/>
            <a:ext cx="266447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Demo: Change MyBattery 70→20 in G11 — see KPIs flip live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84291" y="6274594"/>
            <a:ext cx="76200" cy="76200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5286375" y="627697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342727"/>
            <a:ext cx="5858917" cy="5134273"/>
          </a:xfrm>
          <a:prstGeom prst="rect">
            <a:avLst/>
          </a:prstGeom>
        </p:spPr>
      </p:pic>
      <p:pic>
        <p:nvPicPr>
          <p:cNvPr id="2" name="Image 6" descr="preencoded.png">
            <a:extLst>
              <a:ext uri="{FF2B5EF4-FFF2-40B4-BE49-F238E27FC236}">
                <a16:creationId xmlns:a16="http://schemas.microsoft.com/office/drawing/2014/main" id="{F4D7A3B3-0ADB-7043-FE71-55828987C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76" y="3244546"/>
            <a:ext cx="2634258" cy="1070784"/>
          </a:xfrm>
          <a:prstGeom prst="rect">
            <a:avLst/>
          </a:prstGeom>
        </p:spPr>
      </p:pic>
      <p:pic>
        <p:nvPicPr>
          <p:cNvPr id="52" name="Image 2" descr="preencoded.png">
            <a:extLst>
              <a:ext uri="{FF2B5EF4-FFF2-40B4-BE49-F238E27FC236}">
                <a16:creationId xmlns:a16="http://schemas.microsoft.com/office/drawing/2014/main" id="{A1B56752-7D7C-B8EF-6AE6-524F365E9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717" y="1342726"/>
            <a:ext cx="5113883" cy="513427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3400" y="766763"/>
            <a:ext cx="6022032" cy="42356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750"/>
              </a:spcBef>
              <a:buNone/>
            </a:pPr>
            <a:r>
              <a:rPr lang="en-US" sz="3300" b="1" kern="0" spc="-33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12. OUTCOME &amp; </a:t>
            </a:r>
            <a:r>
              <a:rPr lang="en-US" sz="3300" b="1" kern="0" spc="-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DELIVERABLES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4"/>
          <p:cNvSpPr txBox="1"/>
          <p:nvPr/>
        </p:nvSpPr>
        <p:spPr>
          <a:xfrm>
            <a:off x="1123950" y="1635621"/>
            <a:ext cx="5020717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07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15. BUSINESS OUTCOME — BETTER CX, REDUCED ANXIETY, LOAD BALANCING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81050" y="1971377"/>
            <a:ext cx="5363617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FROM GUESSWORK → RANKED DECISION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314277"/>
            <a:ext cx="247650" cy="24765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82253" y="2369046"/>
            <a:ext cx="136922" cy="1833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1123950" y="2323802"/>
            <a:ext cx="502071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 Drivers: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No more manual scan. Clear Top 5 with BatteryOnArrival = MAX(0, Batt - Dist/Range*100)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2743795"/>
            <a:ext cx="247650" cy="24765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73621" y="2798564"/>
            <a:ext cx="145554" cy="1833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1123950" y="2753320"/>
            <a:ext cx="502071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 CPO: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CityLevelMinimumDistance via MINIFS flags where new stations needed — data-driven expansion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923925" y="3373338"/>
            <a:ext cx="234835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DEMO @70% BATTERY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1"/>
          <p:cNvSpPr txBox="1"/>
          <p:nvPr/>
        </p:nvSpPr>
        <p:spPr>
          <a:xfrm>
            <a:off x="923925" y="3535263"/>
            <a:ext cx="234835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MESCOM SURATHKAL #1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2"/>
          <p:cNvSpPr txBox="1"/>
          <p:nvPr/>
        </p:nvSpPr>
        <p:spPr>
          <a:xfrm>
            <a:off x="923925" y="3744813"/>
            <a:ext cx="2348359" cy="26193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1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89.68 • Dist 11.4km • Queue 0 • BattArr 66.2% • Reachable 279/1117 (25.0%)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0409" y="3230463"/>
            <a:ext cx="2634258" cy="107078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653284" y="3373338"/>
            <a:ext cx="234850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STRESS TEST @20% BATTERY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3653284" y="3535263"/>
            <a:ext cx="2348508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STILL 273 REACHABLE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5"/>
          <p:cNvSpPr txBox="1"/>
          <p:nvPr/>
        </p:nvSpPr>
        <p:spPr>
          <a:xfrm>
            <a:off x="3653284" y="3744813"/>
            <a:ext cx="2348508" cy="26193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1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count barely moves — 273 reachable (24.4%) — shows distance &amp; queue outweigh battery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6"/>
          <p:cNvSpPr txBox="1"/>
          <p:nvPr/>
        </p:nvSpPr>
        <p:spPr>
          <a:xfrm>
            <a:off x="7154317" y="1635621"/>
            <a:ext cx="4256484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07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16. EXPECTED DELIVERABLES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7"/>
          <p:cNvSpPr txBox="1"/>
          <p:nvPr/>
        </p:nvSpPr>
        <p:spPr>
          <a:xfrm>
            <a:off x="6811417" y="1971377"/>
            <a:ext cx="4599384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PPT + EXCEL + README + VIDEO + LINKEDIN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1417" y="2314277"/>
            <a:ext cx="4599384" cy="531316"/>
          </a:xfrm>
          <a:prstGeom prst="rect">
            <a:avLst/>
          </a:prstGeom>
        </p:spPr>
      </p:pic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5242" y="2456111"/>
            <a:ext cx="247650" cy="247650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7019925" y="2513261"/>
            <a:ext cx="162967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1" name="Text 19"/>
          <p:cNvSpPr txBox="1"/>
          <p:nvPr/>
        </p:nvSpPr>
        <p:spPr>
          <a:xfrm>
            <a:off x="7278142" y="2419052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File 3 sheets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EVRawDataset 1548, EVCleanedDataset 1117 + formulas, Dashboard with Named Ranges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1417" y="2931319"/>
            <a:ext cx="4599384" cy="531316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5242" y="3073152"/>
            <a:ext cx="247650" cy="247650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7019925" y="3130302"/>
            <a:ext cx="162967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7278142" y="3036094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README + Architecture Diagram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flow: Input → Named Ranges → Cleaned (Distance/Battery/Score) → Top5+KPIs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1417" y="3548360"/>
            <a:ext cx="4599384" cy="531316"/>
          </a:xfrm>
          <a:prstGeom prst="rect">
            <a:avLst/>
          </a:prstGeom>
        </p:spPr>
      </p:pic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5242" y="3690193"/>
            <a:ext cx="247650" cy="247650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7019925" y="3747343"/>
            <a:ext cx="162967" cy="18946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9" name="Text 23"/>
          <p:cNvSpPr txBox="1"/>
          <p:nvPr/>
        </p:nvSpPr>
        <p:spPr>
          <a:xfrm>
            <a:off x="7278142" y="3733913"/>
            <a:ext cx="4008834" cy="1905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PPT 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1417" y="4165402"/>
            <a:ext cx="4599384" cy="531316"/>
          </a:xfrm>
          <a:prstGeom prst="rect">
            <a:avLst/>
          </a:prstGeom>
        </p:spPr>
      </p:pic>
      <p:pic>
        <p:nvPicPr>
          <p:cNvPr id="41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5242" y="4307235"/>
            <a:ext cx="247650" cy="247650"/>
          </a:xfrm>
          <a:prstGeom prst="rect">
            <a:avLst/>
          </a:prstGeom>
        </p:spPr>
      </p:pic>
      <p:sp>
        <p:nvSpPr>
          <p:cNvPr id="43" name="Text 25"/>
          <p:cNvSpPr txBox="1"/>
          <p:nvPr/>
        </p:nvSpPr>
        <p:spPr>
          <a:xfrm>
            <a:off x="7278142" y="4270177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Video 15-20 min + LinkedIn Post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Loom screen record + #upGradX #EV #Excel #TheOfflineXperience tag instructor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11417" y="5619750"/>
            <a:ext cx="973782" cy="276225"/>
          </a:xfrm>
          <a:prstGeom prst="rect">
            <a:avLst/>
          </a:prstGeom>
        </p:spPr>
      </p:pic>
      <p:sp>
        <p:nvSpPr>
          <p:cNvPr id="45" name="Text 26"/>
          <p:cNvSpPr txBox="1"/>
          <p:nvPr/>
        </p:nvSpPr>
        <p:spPr>
          <a:xfrm>
            <a:off x="6916192" y="5705475"/>
            <a:ext cx="76423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+ No VBA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61399" y="5619750"/>
            <a:ext cx="1361777" cy="276225"/>
          </a:xfrm>
          <a:prstGeom prst="rect">
            <a:avLst/>
          </a:prstGeom>
        </p:spPr>
      </p:pic>
      <p:sp>
        <p:nvSpPr>
          <p:cNvPr id="47" name="Text 27"/>
          <p:cNvSpPr txBox="1"/>
          <p:nvPr/>
        </p:nvSpPr>
        <p:spPr>
          <a:xfrm>
            <a:off x="7966174" y="5705475"/>
            <a:ext cx="11522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GitHub commit history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8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99377" y="5619750"/>
            <a:ext cx="1586657" cy="276225"/>
          </a:xfrm>
          <a:prstGeom prst="rect">
            <a:avLst/>
          </a:prstGeom>
        </p:spPr>
      </p:pic>
      <p:sp>
        <p:nvSpPr>
          <p:cNvPr id="49" name="Text 28"/>
          <p:cNvSpPr txBox="1"/>
          <p:nvPr/>
        </p:nvSpPr>
        <p:spPr>
          <a:xfrm>
            <a:off x="9404152" y="5705475"/>
            <a:ext cx="137710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DO: comments on formulas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50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1417" y="5972175"/>
            <a:ext cx="2355205" cy="276225"/>
          </a:xfrm>
          <a:prstGeom prst="rect">
            <a:avLst/>
          </a:prstGeom>
        </p:spPr>
      </p:pic>
      <p:sp>
        <p:nvSpPr>
          <p:cNvPr id="51" name="Text 29"/>
          <p:cNvSpPr txBox="1"/>
          <p:nvPr/>
        </p:nvSpPr>
        <p:spPr>
          <a:xfrm>
            <a:off x="6916192" y="6057900"/>
            <a:ext cx="214565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DON'T: present code you don't understand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D1A5CB-4353-6C5E-EBAD-C3C89C807521}"/>
              </a:ext>
            </a:extLst>
          </p:cNvPr>
          <p:cNvSpPr txBox="1"/>
          <p:nvPr/>
        </p:nvSpPr>
        <p:spPr>
          <a:xfrm flipH="1">
            <a:off x="6911631" y="4301247"/>
            <a:ext cx="3238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latin typeface="Arial Rounded MT Bold" panose="020F0704030504030204" pitchFamily="34" charset="0"/>
              </a:rPr>
              <a:t>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EB9DC7-4437-CB55-3972-30FDD6F7A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295329" y="838349"/>
            <a:ext cx="360134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38"/>
              </a:lnSpc>
              <a:buNone/>
            </a:pPr>
            <a:endParaRPr lang="en-US" sz="825" dirty="0"/>
          </a:p>
        </p:txBody>
      </p:sp>
      <p:sp>
        <p:nvSpPr>
          <p:cNvPr id="6" name="Text 1"/>
          <p:cNvSpPr txBox="1"/>
          <p:nvPr/>
        </p:nvSpPr>
        <p:spPr>
          <a:xfrm>
            <a:off x="4145616" y="1645583"/>
            <a:ext cx="4911538" cy="81578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300"/>
              </a:lnSpc>
              <a:buNone/>
            </a:pPr>
            <a:r>
              <a:rPr lang="en-US" sz="6300" b="1" kern="0" spc="-126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THANK YOU</a:t>
            </a:r>
            <a:endParaRPr lang="en-US" sz="630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2439</Words>
  <Application>Microsoft Office PowerPoint</Application>
  <PresentationFormat>Widescreen</PresentationFormat>
  <Paragraphs>366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Arial Rounded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EV-Industry-Charging-Recommendation-Dashboard</dc:title>
  <dc:subject>PptxGenJS Presentation</dc:subject>
  <dc:creator>PptxGenJS</dc:creator>
  <cp:lastModifiedBy>JEISA MATHEW</cp:lastModifiedBy>
  <cp:revision>1</cp:revision>
  <dcterms:created xsi:type="dcterms:W3CDTF">2026-08-30T13:03:01Z</dcterms:created>
  <dcterms:modified xsi:type="dcterms:W3CDTF">2026-08-31T11:19:12Z</dcterms:modified>
</cp:coreProperties>
</file>